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70" r:id="rId4"/>
    <p:sldId id="302" r:id="rId5"/>
    <p:sldId id="309" r:id="rId6"/>
    <p:sldId id="303" r:id="rId7"/>
    <p:sldId id="304" r:id="rId8"/>
    <p:sldId id="285" r:id="rId9"/>
    <p:sldId id="307" r:id="rId10"/>
    <p:sldId id="311" r:id="rId11"/>
    <p:sldId id="308" r:id="rId12"/>
    <p:sldId id="313" r:id="rId13"/>
    <p:sldId id="312" r:id="rId14"/>
    <p:sldId id="286" r:id="rId15"/>
    <p:sldId id="310" r:id="rId16"/>
    <p:sldId id="306" r:id="rId17"/>
    <p:sldId id="282" r:id="rId18"/>
  </p:sldIdLst>
  <p:sldSz cx="14720888" cy="8280400"/>
  <p:notesSz cx="6858000" cy="9144000"/>
  <p:defaultTextStyle>
    <a:defPPr lvl="0">
      <a:defRPr lang="en-US"/>
    </a:defPPr>
    <a:lvl1pPr lvl="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lvl="1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lvl="2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lvl="3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lvl="4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lvl="5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lvl="6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lvl="7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lvl="8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CC66"/>
    <a:srgbClr val="FF7C80"/>
    <a:srgbClr val="FFCC99"/>
    <a:srgbClr val="FF9966"/>
    <a:srgbClr val="FF9933"/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62" autoAdjust="0"/>
    <p:restoredTop sz="94737" autoAdjust="0"/>
  </p:normalViewPr>
  <p:slideViewPr>
    <p:cSldViewPr snapToGrid="0" showGuides="1">
      <p:cViewPr>
        <p:scale>
          <a:sx n="74" d="100"/>
          <a:sy n="74" d="100"/>
        </p:scale>
        <p:origin x="-509" y="-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0464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k sarukesh" userId="96da03da5d3842ed" providerId="LiveId" clId="{7432D116-694D-4165-9163-6BD653D0D33D}"/>
    <pc:docChg chg="custSel modSld">
      <pc:chgData name="sk sarukesh" userId="96da03da5d3842ed" providerId="LiveId" clId="{7432D116-694D-4165-9163-6BD653D0D33D}" dt="2026-04-05T15:54:00.178" v="24" actId="20577"/>
      <pc:docMkLst>
        <pc:docMk/>
      </pc:docMkLst>
      <pc:sldChg chg="modSp mod">
        <pc:chgData name="sk sarukesh" userId="96da03da5d3842ed" providerId="LiveId" clId="{7432D116-694D-4165-9163-6BD653D0D33D}" dt="2026-04-05T15:54:00.178" v="24" actId="20577"/>
        <pc:sldMkLst>
          <pc:docMk/>
          <pc:sldMk cId="0" sldId="282"/>
        </pc:sldMkLst>
        <pc:spChg chg="mod">
          <ac:chgData name="sk sarukesh" userId="96da03da5d3842ed" providerId="LiveId" clId="{7432D116-694D-4165-9163-6BD653D0D33D}" dt="2026-04-05T15:54:00.178" v="24" actId="20577"/>
          <ac:spMkLst>
            <pc:docMk/>
            <pc:sldMk cId="0" sldId="282"/>
            <ac:spMk id="4" creationId="{00000000-0000-0000-0000-000000000000}"/>
          </ac:spMkLst>
        </pc:spChg>
      </pc:sldChg>
      <pc:sldChg chg="modSp mod">
        <pc:chgData name="sk sarukesh" userId="96da03da5d3842ed" providerId="LiveId" clId="{7432D116-694D-4165-9163-6BD653D0D33D}" dt="2026-04-05T15:53:24.680" v="12" actId="20577"/>
        <pc:sldMkLst>
          <pc:docMk/>
          <pc:sldMk cId="0" sldId="285"/>
        </pc:sldMkLst>
        <pc:spChg chg="mod">
          <ac:chgData name="sk sarukesh" userId="96da03da5d3842ed" providerId="LiveId" clId="{7432D116-694D-4165-9163-6BD653D0D33D}" dt="2026-04-05T15:53:24.680" v="12" actId="20577"/>
          <ac:spMkLst>
            <pc:docMk/>
            <pc:sldMk cId="0" sldId="285"/>
            <ac:spMk id="5" creationId="{00000000-0000-0000-0000-000000000000}"/>
          </ac:spMkLst>
        </pc:spChg>
      </pc:sldChg>
      <pc:sldChg chg="modSp mod">
        <pc:chgData name="sk sarukesh" userId="96da03da5d3842ed" providerId="LiveId" clId="{7432D116-694D-4165-9163-6BD653D0D33D}" dt="2026-04-05T15:52:50.200" v="0" actId="20577"/>
        <pc:sldMkLst>
          <pc:docMk/>
          <pc:sldMk cId="0" sldId="302"/>
        </pc:sldMkLst>
        <pc:spChg chg="mod">
          <ac:chgData name="sk sarukesh" userId="96da03da5d3842ed" providerId="LiveId" clId="{7432D116-694D-4165-9163-6BD653D0D33D}" dt="2026-04-05T15:52:50.200" v="0" actId="20577"/>
          <ac:spMkLst>
            <pc:docMk/>
            <pc:sldMk cId="0" sldId="302"/>
            <ac:spMk id="4" creationId="{00000000-0000-0000-0000-000000000000}"/>
          </ac:spMkLst>
        </pc:spChg>
      </pc:sldChg>
      <pc:sldChg chg="modSp mod">
        <pc:chgData name="sk sarukesh" userId="96da03da5d3842ed" providerId="LiveId" clId="{7432D116-694D-4165-9163-6BD653D0D33D}" dt="2026-04-05T15:53:04.046" v="4" actId="20577"/>
        <pc:sldMkLst>
          <pc:docMk/>
          <pc:sldMk cId="739235071" sldId="303"/>
        </pc:sldMkLst>
        <pc:spChg chg="mod">
          <ac:chgData name="sk sarukesh" userId="96da03da5d3842ed" providerId="LiveId" clId="{7432D116-694D-4165-9163-6BD653D0D33D}" dt="2026-04-05T15:53:04.046" v="4" actId="20577"/>
          <ac:spMkLst>
            <pc:docMk/>
            <pc:sldMk cId="739235071" sldId="303"/>
            <ac:spMk id="4" creationId="{00000000-0000-0000-0000-000000000000}"/>
          </ac:spMkLst>
        </pc:spChg>
      </pc:sldChg>
      <pc:sldChg chg="modSp mod">
        <pc:chgData name="sk sarukesh" userId="96da03da5d3842ed" providerId="LiveId" clId="{7432D116-694D-4165-9163-6BD653D0D33D}" dt="2026-04-05T15:53:17.975" v="10" actId="20577"/>
        <pc:sldMkLst>
          <pc:docMk/>
          <pc:sldMk cId="712389836" sldId="304"/>
        </pc:sldMkLst>
        <pc:spChg chg="mod">
          <ac:chgData name="sk sarukesh" userId="96da03da5d3842ed" providerId="LiveId" clId="{7432D116-694D-4165-9163-6BD653D0D33D}" dt="2026-04-05T15:53:17.975" v="10" actId="20577"/>
          <ac:spMkLst>
            <pc:docMk/>
            <pc:sldMk cId="712389836" sldId="304"/>
            <ac:spMk id="4" creationId="{00000000-0000-0000-0000-000000000000}"/>
          </ac:spMkLst>
        </pc:spChg>
      </pc:sldChg>
      <pc:sldChg chg="modSp mod">
        <pc:chgData name="sk sarukesh" userId="96da03da5d3842ed" providerId="LiveId" clId="{7432D116-694D-4165-9163-6BD653D0D33D}" dt="2026-04-05T15:53:49.147" v="20" actId="20577"/>
        <pc:sldMkLst>
          <pc:docMk/>
          <pc:sldMk cId="2563314888" sldId="306"/>
        </pc:sldMkLst>
        <pc:spChg chg="mod">
          <ac:chgData name="sk sarukesh" userId="96da03da5d3842ed" providerId="LiveId" clId="{7432D116-694D-4165-9163-6BD653D0D33D}" dt="2026-04-05T15:53:49.147" v="20" actId="20577"/>
          <ac:spMkLst>
            <pc:docMk/>
            <pc:sldMk cId="2563314888" sldId="306"/>
            <ac:spMk id="4" creationId="{00000000-0000-0000-0000-000000000000}"/>
          </ac:spMkLst>
        </pc:spChg>
      </pc:sldChg>
      <pc:sldChg chg="modSp mod">
        <pc:chgData name="sk sarukesh" userId="96da03da5d3842ed" providerId="LiveId" clId="{7432D116-694D-4165-9163-6BD653D0D33D}" dt="2026-04-05T15:53:32.625" v="14" actId="20577"/>
        <pc:sldMkLst>
          <pc:docMk/>
          <pc:sldMk cId="2007253620" sldId="307"/>
        </pc:sldMkLst>
        <pc:spChg chg="mod">
          <ac:chgData name="sk sarukesh" userId="96da03da5d3842ed" providerId="LiveId" clId="{7432D116-694D-4165-9163-6BD653D0D33D}" dt="2026-04-05T15:53:32.625" v="14" actId="20577"/>
          <ac:spMkLst>
            <pc:docMk/>
            <pc:sldMk cId="2007253620" sldId="307"/>
            <ac:spMk id="2" creationId="{6C2BA429-A36B-E598-0EEE-33F3D832EBA0}"/>
          </ac:spMkLst>
        </pc:spChg>
      </pc:sldChg>
      <pc:sldChg chg="modSp mod">
        <pc:chgData name="sk sarukesh" userId="96da03da5d3842ed" providerId="LiveId" clId="{7432D116-694D-4165-9163-6BD653D0D33D}" dt="2026-04-05T15:52:57.256" v="2" actId="20577"/>
        <pc:sldMkLst>
          <pc:docMk/>
          <pc:sldMk cId="1545102825" sldId="309"/>
        </pc:sldMkLst>
        <pc:spChg chg="mod">
          <ac:chgData name="sk sarukesh" userId="96da03da5d3842ed" providerId="LiveId" clId="{7432D116-694D-4165-9163-6BD653D0D33D}" dt="2026-04-05T15:52:57.256" v="2" actId="20577"/>
          <ac:spMkLst>
            <pc:docMk/>
            <pc:sldMk cId="1545102825" sldId="309"/>
            <ac:spMk id="4" creationId="{2C08A2BC-E8C9-7AAE-F82E-6C69DC6803BB}"/>
          </ac:spMkLst>
        </pc:spChg>
      </pc:sldChg>
      <pc:sldChg chg="modSp mod">
        <pc:chgData name="sk sarukesh" userId="96da03da5d3842ed" providerId="LiveId" clId="{7432D116-694D-4165-9163-6BD653D0D33D}" dt="2026-04-05T15:53:41.691" v="18" actId="20577"/>
        <pc:sldMkLst>
          <pc:docMk/>
          <pc:sldMk cId="2627754928" sldId="310"/>
        </pc:sldMkLst>
        <pc:spChg chg="mod">
          <ac:chgData name="sk sarukesh" userId="96da03da5d3842ed" providerId="LiveId" clId="{7432D116-694D-4165-9163-6BD653D0D33D}" dt="2026-04-05T15:53:41.691" v="18" actId="20577"/>
          <ac:spMkLst>
            <pc:docMk/>
            <pc:sldMk cId="2627754928" sldId="310"/>
            <ac:spMk id="4" creationId="{412BA993-5CDD-9A5F-56F4-4A215EF5185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48709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4E5E484A-C351-46AB-BFE7-E15D7EF7F947}" type="datetimeFigureOut">
              <a:rPr lang="en-US"/>
              <a:t>4/14/2026</a:t>
            </a:fld>
            <a:endParaRPr lang="en-US"/>
          </a:p>
        </p:txBody>
      </p:sp>
      <p:sp>
        <p:nvSpPr>
          <p:cNvPr id="1048710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1048711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48712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48713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B84F635C-79E0-4AB5-B588-305DCA57CC7D}" type="slidenum">
              <a:rPr lang="en-US" altLang="en-US"/>
              <a:t>‹#›</a:t>
            </a:fld>
            <a:endParaRPr lang="en-US" altLang="en-US">
              <a:ea typeface="Lath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7702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/>
          <p:nvPr/>
        </p:nvSpPr>
        <p:spPr>
          <a:xfrm>
            <a:off x="3175" y="7727950"/>
            <a:ext cx="14717713" cy="5524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3" name="Rectangle 7"/>
          <p:cNvSpPr/>
          <p:nvPr/>
        </p:nvSpPr>
        <p:spPr>
          <a:xfrm>
            <a:off x="0" y="7648575"/>
            <a:ext cx="14717713" cy="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TextBox 13"/>
          <p:cNvSpPr txBox="1">
            <a:spLocks noChangeArrowheads="1"/>
          </p:cNvSpPr>
          <p:nvPr/>
        </p:nvSpPr>
        <p:spPr bwMode="auto">
          <a:xfrm>
            <a:off x="1692275" y="306388"/>
            <a:ext cx="11333163" cy="11398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>
              <a:defRPr/>
            </a:pPr>
            <a:r>
              <a:rPr lang="en-US" altLang="en-US" sz="2800" b="1" dirty="0">
                <a:cs typeface="Merriweather" pitchFamily="2" charset="0"/>
              </a:rPr>
              <a:t>SRI RAMAKRISHNA INSTITUTE OF TECHNOLOGY</a:t>
            </a:r>
            <a:endParaRPr lang="en-US" altLang="en-US" sz="2800" dirty="0">
              <a:cs typeface="Arial" panose="020B0604020202020204" pitchFamily="34" charset="0"/>
            </a:endParaRPr>
          </a:p>
          <a:p>
            <a:pPr algn="ctr">
              <a:defRPr/>
            </a:pPr>
            <a:r>
              <a:rPr lang="en-US" altLang="en-US" sz="2000" dirty="0">
                <a:cs typeface="Merriweather" pitchFamily="2" charset="0"/>
              </a:rPr>
              <a:t>       (An Autonomous Institution)</a:t>
            </a:r>
            <a:endParaRPr lang="en-US" altLang="en-US" sz="2000" dirty="0">
              <a:cs typeface="Arial" panose="020B0604020202020204" pitchFamily="34" charset="0"/>
            </a:endParaRPr>
          </a:p>
          <a:p>
            <a:pPr algn="ctr">
              <a:defRPr/>
            </a:pPr>
            <a:r>
              <a:rPr lang="en-US" altLang="en-US" sz="2000" dirty="0">
                <a:cs typeface="Merriweather" pitchFamily="2" charset="0"/>
              </a:rPr>
              <a:t>          </a:t>
            </a:r>
            <a:r>
              <a:rPr lang="en-US" altLang="en-US" sz="2000" dirty="0" err="1">
                <a:cs typeface="Merriweather" pitchFamily="2" charset="0"/>
              </a:rPr>
              <a:t>Pachapalyam</a:t>
            </a:r>
            <a:r>
              <a:rPr lang="en-US" altLang="en-US" sz="2000" dirty="0">
                <a:cs typeface="Merriweather" pitchFamily="2" charset="0"/>
              </a:rPr>
              <a:t>, </a:t>
            </a:r>
            <a:r>
              <a:rPr lang="en-US" altLang="en-US" sz="2000" dirty="0" err="1">
                <a:cs typeface="Merriweather" pitchFamily="2" charset="0"/>
              </a:rPr>
              <a:t>Perur</a:t>
            </a:r>
            <a:r>
              <a:rPr lang="en-US" altLang="en-US" sz="2000" dirty="0">
                <a:cs typeface="Merriweather" pitchFamily="2" charset="0"/>
              </a:rPr>
              <a:t> </a:t>
            </a:r>
            <a:r>
              <a:rPr lang="en-US" altLang="en-US" sz="2000" dirty="0" err="1">
                <a:cs typeface="Merriweather" pitchFamily="2" charset="0"/>
              </a:rPr>
              <a:t>Chettipalayam</a:t>
            </a:r>
            <a:r>
              <a:rPr lang="en-US" altLang="en-US" sz="2000" dirty="0">
                <a:cs typeface="Merriweather" pitchFamily="2" charset="0"/>
              </a:rPr>
              <a:t>, Coimbatore –  641010</a:t>
            </a:r>
            <a:endParaRPr lang="en-US" altLang="en-US" sz="2000" dirty="0"/>
          </a:p>
        </p:txBody>
      </p:sp>
      <p:pic>
        <p:nvPicPr>
          <p:cNvPr id="5" name="image2.png"/>
          <p:cNvPicPr>
            <a:picLocks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363" y="217488"/>
            <a:ext cx="1214437" cy="108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image1.png"/>
          <p:cNvPicPr>
            <a:picLocks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20625" y="301625"/>
            <a:ext cx="1174750" cy="998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14"/>
          <p:cNvSpPr txBox="1">
            <a:spLocks noChangeArrowheads="1"/>
          </p:cNvSpPr>
          <p:nvPr/>
        </p:nvSpPr>
        <p:spPr bwMode="auto">
          <a:xfrm>
            <a:off x="2209800" y="1671638"/>
            <a:ext cx="9607550" cy="5111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>
              <a:defRPr/>
            </a:pPr>
            <a:r>
              <a:rPr lang="en-US" altLang="en-US" sz="2800" b="1"/>
              <a:t>DEPARTMENT OF COMPUTER SCIENCE AND ENGINEERING</a:t>
            </a:r>
          </a:p>
        </p:txBody>
      </p:sp>
      <p:sp>
        <p:nvSpPr>
          <p:cNvPr id="8" name="TextBox 4"/>
          <p:cNvSpPr txBox="1">
            <a:spLocks noChangeArrowheads="1"/>
          </p:cNvSpPr>
          <p:nvPr/>
        </p:nvSpPr>
        <p:spPr bwMode="auto">
          <a:xfrm>
            <a:off x="6681788" y="4891088"/>
            <a:ext cx="1722437" cy="46196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>
              <a:defRPr/>
            </a:pPr>
            <a:r>
              <a:rPr lang="en-US" altLang="en-US" sz="2400"/>
              <a:t>Review 1</a:t>
            </a:r>
          </a:p>
        </p:txBody>
      </p:sp>
      <p:sp>
        <p:nvSpPr>
          <p:cNvPr id="9" name="TextBox 5"/>
          <p:cNvSpPr txBox="1">
            <a:spLocks noChangeArrowheads="1"/>
          </p:cNvSpPr>
          <p:nvPr/>
        </p:nvSpPr>
        <p:spPr bwMode="auto">
          <a:xfrm>
            <a:off x="1085850" y="5278438"/>
            <a:ext cx="5688013" cy="46196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>
              <a:defRPr/>
            </a:pPr>
            <a:r>
              <a:rPr lang="en-US" altLang="en-US" sz="2400"/>
              <a:t>Presented by,</a:t>
            </a:r>
          </a:p>
        </p:txBody>
      </p:sp>
      <p:sp>
        <p:nvSpPr>
          <p:cNvPr id="10" name="TextBox 10"/>
          <p:cNvSpPr txBox="1">
            <a:spLocks noChangeArrowheads="1"/>
          </p:cNvSpPr>
          <p:nvPr/>
        </p:nvSpPr>
        <p:spPr bwMode="auto">
          <a:xfrm>
            <a:off x="9391650" y="5275263"/>
            <a:ext cx="4243388" cy="625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>
              <a:lnSpc>
                <a:spcPct val="150000"/>
              </a:lnSpc>
              <a:defRPr/>
            </a:pPr>
            <a:r>
              <a:rPr lang="en-US" altLang="en-US" sz="2400"/>
              <a:t>Guided by,</a:t>
            </a:r>
          </a:p>
        </p:txBody>
      </p:sp>
      <p:sp>
        <p:nvSpPr>
          <p:cNvPr id="1048585" name="Title 1"/>
          <p:cNvSpPr>
            <a:spLocks noGrp="1"/>
          </p:cNvSpPr>
          <p:nvPr>
            <p:ph type="ctrTitle"/>
          </p:nvPr>
        </p:nvSpPr>
        <p:spPr>
          <a:xfrm>
            <a:off x="1324880" y="2753873"/>
            <a:ext cx="12144733" cy="2040549"/>
          </a:xfrm>
        </p:spPr>
        <p:txBody>
          <a:bodyPr/>
          <a:lstStyle>
            <a:lvl1pPr algn="ctr">
              <a:lnSpc>
                <a:spcPct val="85000"/>
              </a:lnSpc>
              <a:defRPr sz="4400" spc="-43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11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400"/>
            </a:lvl1pPr>
          </a:lstStyle>
          <a:p>
            <a:pPr>
              <a:defRPr/>
            </a:pPr>
            <a:r>
              <a:rPr lang="en-US" dirty="0"/>
              <a:t>07/05/2025</a:t>
            </a:r>
          </a:p>
        </p:txBody>
      </p:sp>
      <p:sp>
        <p:nvSpPr>
          <p:cNvPr id="12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/>
            </a:lvl1pPr>
          </a:lstStyle>
          <a:p>
            <a:pPr>
              <a:defRPr/>
            </a:pPr>
            <a:r>
              <a:rPr lang="en-US"/>
              <a:t>BATCH ID : 24                                                     EXAM REPRESENTATION</a:t>
            </a:r>
            <a:endParaRPr lang="en-US" dirty="0"/>
          </a:p>
        </p:txBody>
      </p:sp>
      <p:sp>
        <p:nvSpPr>
          <p:cNvPr id="13" name="Slide Number Placeholder 1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6319C7-1E44-42CB-96A2-7DA6CCC9520C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0" name="Title 1"/>
          <p:cNvSpPr>
            <a:spLocks noGrp="1"/>
          </p:cNvSpPr>
          <p:nvPr>
            <p:ph type="title"/>
          </p:nvPr>
        </p:nvSpPr>
        <p:spPr>
          <a:xfrm>
            <a:off x="571500" y="254607"/>
            <a:ext cx="13658850" cy="1174143"/>
          </a:xfrm>
        </p:spPr>
        <p:txBody>
          <a:bodyPr/>
          <a:lstStyle>
            <a:lvl1pPr marL="0">
              <a:defRPr sz="400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1048601" name="Content Placeholder 2"/>
          <p:cNvSpPr>
            <a:spLocks noGrp="1"/>
          </p:cNvSpPr>
          <p:nvPr>
            <p:ph idx="1"/>
          </p:nvPr>
        </p:nvSpPr>
        <p:spPr>
          <a:xfrm>
            <a:off x="571500" y="1840230"/>
            <a:ext cx="13658850" cy="5764213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/>
            </a:lvl1pPr>
            <a:lvl2pPr>
              <a:lnSpc>
                <a:spcPct val="150000"/>
              </a:lnSpc>
              <a:defRPr sz="2800"/>
            </a:lvl2pPr>
            <a:lvl3pPr>
              <a:lnSpc>
                <a:spcPct val="150000"/>
              </a:lnSpc>
              <a:defRPr sz="2800"/>
            </a:lvl3pPr>
            <a:lvl4pPr>
              <a:lnSpc>
                <a:spcPct val="150000"/>
              </a:lnSpc>
              <a:defRPr sz="2800"/>
            </a:lvl4pPr>
            <a:lvl5pPr>
              <a:lnSpc>
                <a:spcPct val="150000"/>
              </a:lnSpc>
              <a:defRPr sz="2800"/>
            </a:lvl5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625475" y="7796213"/>
            <a:ext cx="2984500" cy="439737"/>
          </a:xfrm>
        </p:spPr>
        <p:txBody>
          <a:bodyPr/>
          <a:lstStyle>
            <a:lvl1pPr>
              <a:defRPr sz="1400"/>
            </a:lvl1pPr>
          </a:lstStyle>
          <a:p>
            <a:pPr>
              <a:defRPr/>
            </a:pPr>
            <a:r>
              <a:rPr lang="en-US" dirty="0"/>
              <a:t>07/05/2025</a:t>
            </a: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02125" y="7796213"/>
            <a:ext cx="5822950" cy="439737"/>
          </a:xfrm>
        </p:spPr>
        <p:txBody>
          <a:bodyPr/>
          <a:lstStyle>
            <a:lvl1pPr>
              <a:defRPr sz="1400"/>
            </a:lvl1pPr>
          </a:lstStyle>
          <a:p>
            <a:pPr>
              <a:defRPr/>
            </a:pPr>
            <a:r>
              <a:rPr lang="en-US"/>
              <a:t>BATCH ID : 24                                                     EXAM REPRESENTATION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AA5908-AB13-4651-96C8-886DFB14A447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/>
          <p:nvPr/>
        </p:nvSpPr>
        <p:spPr>
          <a:xfrm>
            <a:off x="3175" y="7727950"/>
            <a:ext cx="14717713" cy="5524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Rectangle 7"/>
          <p:cNvSpPr/>
          <p:nvPr/>
        </p:nvSpPr>
        <p:spPr>
          <a:xfrm>
            <a:off x="0" y="7648575"/>
            <a:ext cx="14717713" cy="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4" name="Straight Connector 8"/>
          <p:cNvCxnSpPr/>
          <p:nvPr/>
        </p:nvCxnSpPr>
        <p:spPr>
          <a:xfrm>
            <a:off x="1458913" y="5243513"/>
            <a:ext cx="11923712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76" name="Title 1"/>
          <p:cNvSpPr>
            <a:spLocks noGrp="1"/>
          </p:cNvSpPr>
          <p:nvPr>
            <p:ph type="title"/>
          </p:nvPr>
        </p:nvSpPr>
        <p:spPr>
          <a:xfrm>
            <a:off x="1324880" y="916365"/>
            <a:ext cx="12144733" cy="4305808"/>
          </a:xfrm>
        </p:spPr>
        <p:txBody>
          <a:bodyPr/>
          <a:lstStyle>
            <a:lvl1pPr>
              <a:lnSpc>
                <a:spcPct val="85000"/>
              </a:lnSpc>
              <a:defRPr sz="685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1048677" name="Text Placeholder 2"/>
          <p:cNvSpPr>
            <a:spLocks noGrp="1"/>
          </p:cNvSpPr>
          <p:nvPr>
            <p:ph type="body" idx="1"/>
          </p:nvPr>
        </p:nvSpPr>
        <p:spPr>
          <a:xfrm>
            <a:off x="1324880" y="5376740"/>
            <a:ext cx="12144733" cy="1380067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2055" cap="all" spc="171" baseline="0">
                <a:solidFill>
                  <a:schemeClr val="tx2"/>
                </a:solidFill>
                <a:latin typeface="+mj-lt"/>
              </a:defRPr>
            </a:lvl1pPr>
            <a:lvl2pPr marL="391795" indent="0">
              <a:buNone/>
              <a:defRPr sz="1540">
                <a:solidFill>
                  <a:schemeClr val="tx1">
                    <a:tint val="75000"/>
                  </a:schemeClr>
                </a:solidFill>
              </a:defRPr>
            </a:lvl2pPr>
            <a:lvl3pPr marL="782955" indent="0">
              <a:buNone/>
              <a:defRPr sz="1370">
                <a:solidFill>
                  <a:schemeClr val="tx1">
                    <a:tint val="75000"/>
                  </a:schemeClr>
                </a:solidFill>
              </a:defRPr>
            </a:lvl3pPr>
            <a:lvl4pPr marL="117475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56591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95770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34886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74066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313182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07/05/2025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BATCH ID : 24                                                     EXAM REPRESENTATION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DDFA7B-901D-4AE2-A265-024E846A3B52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1" name="Title 7"/>
          <p:cNvSpPr>
            <a:spLocks noGrp="1"/>
          </p:cNvSpPr>
          <p:nvPr>
            <p:ph type="title"/>
          </p:nvPr>
        </p:nvSpPr>
        <p:spPr>
          <a:xfrm>
            <a:off x="1324880" y="346048"/>
            <a:ext cx="12144733" cy="1751654"/>
          </a:xfrm>
        </p:spPr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1048682" name="Content Placeholder 2"/>
          <p:cNvSpPr>
            <a:spLocks noGrp="1"/>
          </p:cNvSpPr>
          <p:nvPr>
            <p:ph sz="half" idx="1"/>
          </p:nvPr>
        </p:nvSpPr>
        <p:spPr>
          <a:xfrm>
            <a:off x="1324880" y="2228554"/>
            <a:ext cx="5961960" cy="485783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1048683" name="Content Placeholder 3"/>
          <p:cNvSpPr>
            <a:spLocks noGrp="1"/>
          </p:cNvSpPr>
          <p:nvPr>
            <p:ph sz="half" idx="2"/>
          </p:nvPr>
        </p:nvSpPr>
        <p:spPr>
          <a:xfrm>
            <a:off x="7507655" y="2228555"/>
            <a:ext cx="5961960" cy="485783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07/05/2025</a:t>
            </a: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BATCH ID : 24                                                     EXAM REPRESENTATION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74CABE-FB71-481A-AFC2-4FEBC2D43889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7" name="Title 9"/>
          <p:cNvSpPr>
            <a:spLocks noGrp="1"/>
          </p:cNvSpPr>
          <p:nvPr>
            <p:ph type="title"/>
          </p:nvPr>
        </p:nvSpPr>
        <p:spPr>
          <a:xfrm>
            <a:off x="1324880" y="346048"/>
            <a:ext cx="12144733" cy="1751654"/>
          </a:xfrm>
        </p:spPr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1048688" name="Text Placeholder 2"/>
          <p:cNvSpPr>
            <a:spLocks noGrp="1"/>
          </p:cNvSpPr>
          <p:nvPr>
            <p:ph type="body" idx="1"/>
          </p:nvPr>
        </p:nvSpPr>
        <p:spPr>
          <a:xfrm>
            <a:off x="1324882" y="2228937"/>
            <a:ext cx="5961960" cy="888992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2055" b="0" cap="all" baseline="0">
                <a:solidFill>
                  <a:schemeClr val="tx2"/>
                </a:solidFill>
              </a:defRPr>
            </a:lvl1pPr>
            <a:lvl2pPr marL="391795" indent="0">
              <a:buNone/>
              <a:defRPr sz="1715" b="1"/>
            </a:lvl2pPr>
            <a:lvl3pPr marL="782955" indent="0">
              <a:buNone/>
              <a:defRPr sz="1540" b="1"/>
            </a:lvl3pPr>
            <a:lvl4pPr marL="1174750" indent="0">
              <a:buNone/>
              <a:defRPr sz="1370" b="1"/>
            </a:lvl4pPr>
            <a:lvl5pPr marL="1565910" indent="0">
              <a:buNone/>
              <a:defRPr sz="1370" b="1"/>
            </a:lvl5pPr>
            <a:lvl6pPr marL="1957705" indent="0">
              <a:buNone/>
              <a:defRPr sz="1370" b="1"/>
            </a:lvl6pPr>
            <a:lvl7pPr marL="2348865" indent="0">
              <a:buNone/>
              <a:defRPr sz="1370" b="1"/>
            </a:lvl7pPr>
            <a:lvl8pPr marL="2740660" indent="0">
              <a:buNone/>
              <a:defRPr sz="1370" b="1"/>
            </a:lvl8pPr>
            <a:lvl9pPr marL="3131820" indent="0">
              <a:buNone/>
              <a:defRPr sz="1370" b="1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1048689" name="Content Placeholder 3"/>
          <p:cNvSpPr>
            <a:spLocks noGrp="1"/>
          </p:cNvSpPr>
          <p:nvPr>
            <p:ph sz="half" idx="2"/>
          </p:nvPr>
        </p:nvSpPr>
        <p:spPr>
          <a:xfrm>
            <a:off x="1324882" y="3117930"/>
            <a:ext cx="5961960" cy="4078864"/>
          </a:xfrm>
        </p:spPr>
        <p:txBody>
          <a:bodyPr/>
          <a:lstStyle>
            <a:lvl1pPr>
              <a:defRPr sz="2055"/>
            </a:lvl1pPr>
            <a:lvl2pPr>
              <a:defRPr sz="2055"/>
            </a:lvl2pPr>
            <a:lvl3pPr>
              <a:defRPr sz="2055"/>
            </a:lvl3pPr>
            <a:lvl4pPr>
              <a:defRPr sz="2055"/>
            </a:lvl4pPr>
            <a:lvl5pPr>
              <a:defRPr sz="2055"/>
            </a:lvl5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1048690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7655" y="2228937"/>
            <a:ext cx="5961960" cy="888992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2055" b="0" cap="all" baseline="0">
                <a:solidFill>
                  <a:schemeClr val="tx2"/>
                </a:solidFill>
              </a:defRPr>
            </a:lvl1pPr>
            <a:lvl2pPr marL="391795" indent="0">
              <a:buNone/>
              <a:defRPr sz="1715" b="1"/>
            </a:lvl2pPr>
            <a:lvl3pPr marL="782955" indent="0">
              <a:buNone/>
              <a:defRPr sz="1540" b="1"/>
            </a:lvl3pPr>
            <a:lvl4pPr marL="1174750" indent="0">
              <a:buNone/>
              <a:defRPr sz="1370" b="1"/>
            </a:lvl4pPr>
            <a:lvl5pPr marL="1565910" indent="0">
              <a:buNone/>
              <a:defRPr sz="1370" b="1"/>
            </a:lvl5pPr>
            <a:lvl6pPr marL="1957705" indent="0">
              <a:buNone/>
              <a:defRPr sz="1370" b="1"/>
            </a:lvl6pPr>
            <a:lvl7pPr marL="2348865" indent="0">
              <a:buNone/>
              <a:defRPr sz="1370" b="1"/>
            </a:lvl7pPr>
            <a:lvl8pPr marL="2740660" indent="0">
              <a:buNone/>
              <a:defRPr sz="1370" b="1"/>
            </a:lvl8pPr>
            <a:lvl9pPr marL="3131820" indent="0">
              <a:buNone/>
              <a:defRPr sz="1370" b="1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1048691" name="Content Placeholder 5"/>
          <p:cNvSpPr>
            <a:spLocks noGrp="1"/>
          </p:cNvSpPr>
          <p:nvPr>
            <p:ph sz="quarter" idx="4"/>
          </p:nvPr>
        </p:nvSpPr>
        <p:spPr>
          <a:xfrm>
            <a:off x="7507655" y="3117930"/>
            <a:ext cx="5961960" cy="4078864"/>
          </a:xfrm>
        </p:spPr>
        <p:txBody>
          <a:bodyPr>
            <a:normAutofit/>
          </a:bodyPr>
          <a:lstStyle>
            <a:lvl1pPr>
              <a:defRPr sz="2055"/>
            </a:lvl1pPr>
            <a:lvl2pPr>
              <a:defRPr sz="2055"/>
            </a:lvl2pPr>
            <a:lvl3pPr>
              <a:defRPr sz="2055"/>
            </a:lvl3pPr>
            <a:lvl4pPr>
              <a:defRPr sz="2055"/>
            </a:lvl4pPr>
            <a:lvl5pPr>
              <a:defRPr sz="2055"/>
            </a:lvl5pPr>
          </a:lstStyle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07/05/2025</a:t>
            </a: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BATCH ID : 24                                                     EXAM REPRESENTATION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EFAD65B-5615-4FFB-BCFC-B0686AAE6D25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Title 1"/>
          <p:cNvSpPr>
            <a:spLocks noGrp="1"/>
          </p:cNvSpPr>
          <p:nvPr>
            <p:ph type="title"/>
          </p:nvPr>
        </p:nvSpPr>
        <p:spPr>
          <a:xfrm>
            <a:off x="948690" y="334618"/>
            <a:ext cx="13498830" cy="1410166"/>
          </a:xfrm>
        </p:spPr>
        <p:txBody>
          <a:bodyPr/>
          <a:lstStyle>
            <a:lvl1pPr>
              <a:defRPr sz="4110"/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07/05/2025</a:t>
            </a: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BATCH ID : 24                                                     EXAM REPRESENTATION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4D57C0-99D9-4441-A01C-6FA71EEA2645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/>
          <p:nvPr/>
        </p:nvSpPr>
        <p:spPr>
          <a:xfrm>
            <a:off x="3175" y="7727950"/>
            <a:ext cx="14717713" cy="5524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Rectangle 5"/>
          <p:cNvSpPr/>
          <p:nvPr/>
        </p:nvSpPr>
        <p:spPr>
          <a:xfrm>
            <a:off x="0" y="7648575"/>
            <a:ext cx="14717713" cy="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07/05/2025</a:t>
            </a:r>
          </a:p>
        </p:txBody>
      </p:sp>
      <p:sp>
        <p:nvSpPr>
          <p:cNvPr id="5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BATCH ID : 24                                                     EXAM REPRESENTATION</a:t>
            </a:r>
            <a:endParaRPr lang="en-US" dirty="0"/>
          </a:p>
        </p:txBody>
      </p:sp>
      <p:sp>
        <p:nvSpPr>
          <p:cNvPr id="6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87B1D5-EAAB-4580-9B25-4062060462FE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/>
          <p:nvPr/>
        </p:nvSpPr>
        <p:spPr>
          <a:xfrm>
            <a:off x="0" y="0"/>
            <a:ext cx="4891088" cy="8280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Rectangle 8"/>
          <p:cNvSpPr/>
          <p:nvPr/>
        </p:nvSpPr>
        <p:spPr>
          <a:xfrm>
            <a:off x="4878388" y="0"/>
            <a:ext cx="76200" cy="8280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702" name="Title 1"/>
          <p:cNvSpPr>
            <a:spLocks noGrp="1"/>
          </p:cNvSpPr>
          <p:nvPr>
            <p:ph type="title"/>
          </p:nvPr>
        </p:nvSpPr>
        <p:spPr>
          <a:xfrm>
            <a:off x="552035" y="717635"/>
            <a:ext cx="3864234" cy="2760133"/>
          </a:xfrm>
        </p:spPr>
        <p:txBody>
          <a:bodyPr/>
          <a:lstStyle>
            <a:lvl1pPr>
              <a:defRPr sz="3085" b="0">
                <a:solidFill>
                  <a:srgbClr val="FFFFFF"/>
                </a:solidFill>
              </a:defRPr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1048703" name="Content Placeholder 2"/>
          <p:cNvSpPr>
            <a:spLocks noGrp="1"/>
          </p:cNvSpPr>
          <p:nvPr>
            <p:ph idx="1"/>
          </p:nvPr>
        </p:nvSpPr>
        <p:spPr>
          <a:xfrm>
            <a:off x="5796352" y="883244"/>
            <a:ext cx="7838874" cy="6348307"/>
          </a:xfrm>
        </p:spPr>
        <p:txBody>
          <a:bodyPr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104870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2035" y="3532972"/>
            <a:ext cx="3864234" cy="4079979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285">
                <a:solidFill>
                  <a:srgbClr val="FFFFFF"/>
                </a:solidFill>
              </a:defRPr>
            </a:lvl1pPr>
            <a:lvl2pPr marL="391795" indent="0">
              <a:buNone/>
              <a:defRPr sz="1030"/>
            </a:lvl2pPr>
            <a:lvl3pPr marL="782955" indent="0">
              <a:buNone/>
              <a:defRPr sz="855"/>
            </a:lvl3pPr>
            <a:lvl4pPr marL="1174750" indent="0">
              <a:buNone/>
              <a:defRPr sz="770"/>
            </a:lvl4pPr>
            <a:lvl5pPr marL="1565910" indent="0">
              <a:buNone/>
              <a:defRPr sz="770"/>
            </a:lvl5pPr>
            <a:lvl6pPr marL="1957705" indent="0">
              <a:buNone/>
              <a:defRPr sz="770"/>
            </a:lvl6pPr>
            <a:lvl7pPr marL="2348865" indent="0">
              <a:buNone/>
              <a:defRPr sz="770"/>
            </a:lvl7pPr>
            <a:lvl8pPr marL="2740660" indent="0">
              <a:buNone/>
              <a:defRPr sz="770"/>
            </a:lvl8pPr>
            <a:lvl9pPr marL="3131820" indent="0">
              <a:buNone/>
              <a:defRPr sz="770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>
          <a:xfrm>
            <a:off x="561975" y="7799388"/>
            <a:ext cx="3162300" cy="4413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r>
              <a:rPr lang="en-US" dirty="0"/>
              <a:t>07/05/2025</a:t>
            </a:r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795963" y="7799388"/>
            <a:ext cx="5613400" cy="4413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/>
              <a:t>BATCH ID : 24                                                     EXAM REPRESENTATION</a:t>
            </a:r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DD6116F-D484-47D6-B55B-05CD52E9C013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/>
          <p:nvPr/>
        </p:nvSpPr>
        <p:spPr>
          <a:xfrm>
            <a:off x="0" y="5980113"/>
            <a:ext cx="14717713" cy="23002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Rectangle 8"/>
          <p:cNvSpPr/>
          <p:nvPr/>
        </p:nvSpPr>
        <p:spPr>
          <a:xfrm>
            <a:off x="0" y="5934075"/>
            <a:ext cx="14717713" cy="777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663" name="Title 1"/>
          <p:cNvSpPr>
            <a:spLocks noGrp="1"/>
          </p:cNvSpPr>
          <p:nvPr>
            <p:ph type="title"/>
          </p:nvPr>
        </p:nvSpPr>
        <p:spPr>
          <a:xfrm>
            <a:off x="1324880" y="6127496"/>
            <a:ext cx="12210976" cy="993648"/>
          </a:xfrm>
        </p:spPr>
        <p:txBody>
          <a:bodyPr tIns="0" bIns="0">
            <a:noAutofit/>
          </a:bodyPr>
          <a:lstStyle>
            <a:lvl1pPr>
              <a:defRPr sz="3085" b="0">
                <a:solidFill>
                  <a:srgbClr val="FFFFFF"/>
                </a:solidFill>
              </a:defRPr>
            </a:lvl1pPr>
          </a:lstStyle>
          <a:p>
            <a:r>
              <a:rPr lang="en-US" noProof="1"/>
              <a:t>Click to edit Master title style</a:t>
            </a:r>
          </a:p>
        </p:txBody>
      </p:sp>
      <p:sp>
        <p:nvSpPr>
          <p:cNvPr id="104866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0" y="1"/>
            <a:ext cx="14720870" cy="5934499"/>
          </a:xfrm>
          <a:blipFill>
            <a:blip r:embed="rId2"/>
            <a:stretch>
              <a:fillRect/>
            </a:stretch>
          </a:blipFill>
        </p:spPr>
        <p:txBody>
          <a:bodyPr lIns="457200" tIns="457200" rtlCol="0">
            <a:normAutofit/>
          </a:bodyPr>
          <a:lstStyle>
            <a:lvl1pPr marL="0" indent="0">
              <a:buNone/>
              <a:defRPr sz="2740">
                <a:solidFill>
                  <a:schemeClr val="bg1"/>
                </a:solidFill>
              </a:defRPr>
            </a:lvl1pPr>
            <a:lvl2pPr marL="391795" indent="0">
              <a:buNone/>
              <a:defRPr sz="2400"/>
            </a:lvl2pPr>
            <a:lvl3pPr marL="782955" indent="0">
              <a:buNone/>
              <a:defRPr sz="2055"/>
            </a:lvl3pPr>
            <a:lvl4pPr marL="1174750" indent="0">
              <a:buNone/>
              <a:defRPr sz="1715"/>
            </a:lvl4pPr>
            <a:lvl5pPr marL="1565910" indent="0">
              <a:buNone/>
              <a:defRPr sz="1715"/>
            </a:lvl5pPr>
            <a:lvl6pPr marL="1957705" indent="0">
              <a:buNone/>
              <a:defRPr sz="1715"/>
            </a:lvl6pPr>
            <a:lvl7pPr marL="2348865" indent="0">
              <a:buNone/>
              <a:defRPr sz="1715"/>
            </a:lvl7pPr>
            <a:lvl8pPr marL="2740660" indent="0">
              <a:buNone/>
              <a:defRPr sz="1715"/>
            </a:lvl8pPr>
            <a:lvl9pPr marL="3131820" indent="0">
              <a:buNone/>
              <a:defRPr sz="1715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048665" name="Text Placeholder 3"/>
          <p:cNvSpPr>
            <a:spLocks noGrp="1"/>
          </p:cNvSpPr>
          <p:nvPr>
            <p:ph type="body" sz="half" idx="2"/>
          </p:nvPr>
        </p:nvSpPr>
        <p:spPr>
          <a:xfrm>
            <a:off x="1324880" y="7132184"/>
            <a:ext cx="12210976" cy="717635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515"/>
              </a:spcAft>
              <a:buNone/>
              <a:defRPr sz="1285">
                <a:solidFill>
                  <a:srgbClr val="FFFFFF"/>
                </a:solidFill>
              </a:defRPr>
            </a:lvl1pPr>
            <a:lvl2pPr marL="391795" indent="0">
              <a:buNone/>
              <a:defRPr sz="1030"/>
            </a:lvl2pPr>
            <a:lvl3pPr marL="782955" indent="0">
              <a:buNone/>
              <a:defRPr sz="855"/>
            </a:lvl3pPr>
            <a:lvl4pPr marL="1174750" indent="0">
              <a:buNone/>
              <a:defRPr sz="770"/>
            </a:lvl4pPr>
            <a:lvl5pPr marL="1565910" indent="0">
              <a:buNone/>
              <a:defRPr sz="770"/>
            </a:lvl5pPr>
            <a:lvl6pPr marL="1957705" indent="0">
              <a:buNone/>
              <a:defRPr sz="770"/>
            </a:lvl6pPr>
            <a:lvl7pPr marL="2348865" indent="0">
              <a:buNone/>
              <a:defRPr sz="770"/>
            </a:lvl7pPr>
            <a:lvl8pPr marL="2740660" indent="0">
              <a:buNone/>
              <a:defRPr sz="770"/>
            </a:lvl8pPr>
            <a:lvl9pPr marL="3131820" indent="0">
              <a:buNone/>
              <a:defRPr sz="770"/>
            </a:lvl9pPr>
          </a:lstStyle>
          <a:p>
            <a:pPr lvl="0"/>
            <a:r>
              <a:rPr lang="en-US" noProof="1"/>
              <a:t>Click to edit Master text styles</a:t>
            </a:r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07/05/2025</a:t>
            </a:r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BATCH ID : 24                                                     EXAM REPRESENTATION</a:t>
            </a:r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567A48-2896-4E63-882F-71F6C01DA136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1048670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07/05/2025</a:t>
            </a: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BATCH ID : 24                                                     EXAM REPRESENTATION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B4D8E1-EC91-4847-8D4E-270B147E64BE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/>
          <p:nvPr/>
        </p:nvSpPr>
        <p:spPr>
          <a:xfrm>
            <a:off x="3175" y="7727950"/>
            <a:ext cx="14717713" cy="5524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Rectangle 7"/>
          <p:cNvSpPr/>
          <p:nvPr/>
        </p:nvSpPr>
        <p:spPr>
          <a:xfrm>
            <a:off x="0" y="7648575"/>
            <a:ext cx="14717713" cy="76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48656" name="Vertical Title 1"/>
          <p:cNvSpPr>
            <a:spLocks noGrp="1"/>
          </p:cNvSpPr>
          <p:nvPr>
            <p:ph type="title" orient="vert"/>
          </p:nvPr>
        </p:nvSpPr>
        <p:spPr>
          <a:xfrm>
            <a:off x="10534635" y="500808"/>
            <a:ext cx="3174192" cy="6951553"/>
          </a:xfrm>
        </p:spPr>
        <p:txBody>
          <a:bodyPr vert="eaVert"/>
          <a:lstStyle/>
          <a:p>
            <a:r>
              <a:rPr lang="en-US" noProof="1"/>
              <a:t>Click to edit Master title style</a:t>
            </a:r>
          </a:p>
        </p:txBody>
      </p:sp>
      <p:sp>
        <p:nvSpPr>
          <p:cNvPr id="1048657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12061" y="500806"/>
            <a:ext cx="9338563" cy="6951554"/>
          </a:xfrm>
        </p:spPr>
        <p:txBody>
          <a:bodyPr vert="eaVert" lIns="45720" tIns="0" rIns="45720" bIns="0"/>
          <a:lstStyle/>
          <a:p>
            <a:pPr lvl="0"/>
            <a:r>
              <a:rPr lang="en-US" noProof="1"/>
              <a:t>Click to edit Master text styles</a:t>
            </a:r>
          </a:p>
          <a:p>
            <a:pPr lvl="1"/>
            <a:r>
              <a:rPr lang="en-US" noProof="1"/>
              <a:t>Second level</a:t>
            </a:r>
          </a:p>
          <a:p>
            <a:pPr lvl="2"/>
            <a:r>
              <a:rPr lang="en-US" noProof="1"/>
              <a:t>Third level</a:t>
            </a:r>
          </a:p>
          <a:p>
            <a:pPr lvl="3"/>
            <a:r>
              <a:rPr lang="en-US" noProof="1"/>
              <a:t>Fourth level</a:t>
            </a:r>
          </a:p>
          <a:p>
            <a:pPr lvl="4"/>
            <a:r>
              <a:rPr lang="en-US" noProof="1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07/05/2025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BATCH ID : 24                                                     EXAM REPRESENTATION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9D5597-3EC6-42B8-B043-9035FE2C929C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Rectangle 6"/>
          <p:cNvSpPr/>
          <p:nvPr/>
        </p:nvSpPr>
        <p:spPr>
          <a:xfrm>
            <a:off x="0" y="7688263"/>
            <a:ext cx="14720888" cy="5524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055" dirty="0"/>
          </a:p>
        </p:txBody>
      </p:sp>
      <p:sp>
        <p:nvSpPr>
          <p:cNvPr id="1048577" name="Rectangle 8"/>
          <p:cNvSpPr/>
          <p:nvPr/>
        </p:nvSpPr>
        <p:spPr>
          <a:xfrm>
            <a:off x="0" y="7648575"/>
            <a:ext cx="14720888" cy="793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28" name="Title Placeholder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582613" y="346075"/>
            <a:ext cx="13498512" cy="1125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29" name="Text Placeholder 2"/>
          <p:cNvSpPr>
            <a:spLocks noGrp="1" noChangeArrowheads="1"/>
          </p:cNvSpPr>
          <p:nvPr>
            <p:ph type="body" idx="9"/>
          </p:nvPr>
        </p:nvSpPr>
        <p:spPr bwMode="auto">
          <a:xfrm>
            <a:off x="582613" y="1816100"/>
            <a:ext cx="13498512" cy="557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48580" name="Date Placeholder 3"/>
          <p:cNvSpPr>
            <a:spLocks noGrp="1"/>
          </p:cNvSpPr>
          <p:nvPr>
            <p:ph type="dt" sz="half" idx="2"/>
          </p:nvPr>
        </p:nvSpPr>
        <p:spPr>
          <a:xfrm>
            <a:off x="1325563" y="7799388"/>
            <a:ext cx="2984500" cy="441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400">
                <a:solidFill>
                  <a:srgbClr val="FFFFFF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 dirty="0"/>
              <a:t>07/05/2025</a:t>
            </a:r>
          </a:p>
        </p:txBody>
      </p:sp>
      <p:sp>
        <p:nvSpPr>
          <p:cNvPr id="104858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451350" y="7799388"/>
            <a:ext cx="5822950" cy="441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400" cap="all" baseline="0">
                <a:solidFill>
                  <a:srgbClr val="FFFFFF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 dirty="0"/>
              <a:t>BATCH ID : 24                                                     EXAM REPRESENTATION</a:t>
            </a:r>
          </a:p>
        </p:txBody>
      </p:sp>
      <p:sp>
        <p:nvSpPr>
          <p:cNvPr id="104858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953875" y="7799388"/>
            <a:ext cx="1584325" cy="4413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400">
                <a:solidFill>
                  <a:srgbClr val="FFFFFF"/>
                </a:solidFill>
              </a:defRPr>
            </a:lvl1pPr>
          </a:lstStyle>
          <a:p>
            <a:fld id="{B4E13C52-CF49-4C68-B257-8F1EDED75F76}" type="slidenum">
              <a:rPr lang="en-US" altLang="en-US"/>
              <a:t>‹#›</a:t>
            </a:fld>
            <a:endParaRPr lang="en-US" altLang="en-US"/>
          </a:p>
        </p:txBody>
      </p:sp>
      <p:cxnSp>
        <p:nvCxnSpPr>
          <p:cNvPr id="3145728" name="Straight Connector 9"/>
          <p:cNvCxnSpPr/>
          <p:nvPr/>
        </p:nvCxnSpPr>
        <p:spPr>
          <a:xfrm>
            <a:off x="582613" y="1644650"/>
            <a:ext cx="13498512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782955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000" kern="1200" spc="-43">
          <a:solidFill>
            <a:srgbClr val="404040"/>
          </a:solidFill>
          <a:latin typeface="+mj-lt"/>
          <a:ea typeface="+mj-ea"/>
          <a:cs typeface="+mj-cs"/>
        </a:defRPr>
      </a:lvl1pPr>
      <a:lvl2pPr algn="l" defTabSz="782955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rgbClr val="404040"/>
          </a:solidFill>
          <a:latin typeface="Times New Roman" panose="02020603050405020304" pitchFamily="18" charset="0"/>
          <a:cs typeface="Times New Roman" panose="02020603050405020304" pitchFamily="18" charset="0"/>
        </a:defRPr>
      </a:lvl2pPr>
      <a:lvl3pPr algn="l" defTabSz="782955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rgbClr val="404040"/>
          </a:solidFill>
          <a:latin typeface="Times New Roman" panose="02020603050405020304" pitchFamily="18" charset="0"/>
          <a:cs typeface="Times New Roman" panose="02020603050405020304" pitchFamily="18" charset="0"/>
        </a:defRPr>
      </a:lvl3pPr>
      <a:lvl4pPr algn="l" defTabSz="782955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rgbClr val="404040"/>
          </a:solidFill>
          <a:latin typeface="Times New Roman" panose="02020603050405020304" pitchFamily="18" charset="0"/>
          <a:cs typeface="Times New Roman" panose="02020603050405020304" pitchFamily="18" charset="0"/>
        </a:defRPr>
      </a:lvl4pPr>
      <a:lvl5pPr algn="l" defTabSz="782955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rgbClr val="404040"/>
          </a:solidFill>
          <a:latin typeface="Times New Roman" panose="02020603050405020304" pitchFamily="18" charset="0"/>
          <a:cs typeface="Times New Roman" panose="02020603050405020304" pitchFamily="18" charset="0"/>
        </a:defRPr>
      </a:lvl5pPr>
      <a:lvl6pPr marL="457200" algn="l" defTabSz="782955" rtl="0" fontAlgn="base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rgbClr val="404040"/>
          </a:solidFill>
          <a:latin typeface="Times New Roman" panose="02020603050405020304" pitchFamily="18" charset="0"/>
          <a:cs typeface="Times New Roman" panose="02020603050405020304" pitchFamily="18" charset="0"/>
        </a:defRPr>
      </a:lvl6pPr>
      <a:lvl7pPr marL="914400" algn="l" defTabSz="782955" rtl="0" fontAlgn="base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rgbClr val="404040"/>
          </a:solidFill>
          <a:latin typeface="Times New Roman" panose="02020603050405020304" pitchFamily="18" charset="0"/>
          <a:cs typeface="Times New Roman" panose="02020603050405020304" pitchFamily="18" charset="0"/>
        </a:defRPr>
      </a:lvl7pPr>
      <a:lvl8pPr marL="1371600" algn="l" defTabSz="782955" rtl="0" fontAlgn="base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rgbClr val="404040"/>
          </a:solidFill>
          <a:latin typeface="Times New Roman" panose="02020603050405020304" pitchFamily="18" charset="0"/>
          <a:cs typeface="Times New Roman" panose="02020603050405020304" pitchFamily="18" charset="0"/>
        </a:defRPr>
      </a:lvl8pPr>
      <a:lvl9pPr marL="1828800" algn="l" defTabSz="782955" rtl="0" fontAlgn="base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rgbClr val="404040"/>
          </a:solidFill>
          <a:latin typeface="Times New Roman" panose="02020603050405020304" pitchFamily="18" charset="0"/>
          <a:cs typeface="Times New Roman" panose="02020603050405020304" pitchFamily="18" charset="0"/>
        </a:defRPr>
      </a:lvl9pPr>
    </p:titleStyle>
    <p:bodyStyle>
      <a:lvl1pPr marL="78105" indent="-78105" algn="l" defTabSz="782955" rtl="0" eaLnBrk="0" fontAlgn="base" hangingPunct="0">
        <a:lnSpc>
          <a:spcPct val="150000"/>
        </a:lnSpc>
        <a:spcBef>
          <a:spcPts val="1025"/>
        </a:spcBef>
        <a:spcAft>
          <a:spcPts val="175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800" kern="1200">
          <a:solidFill>
            <a:srgbClr val="404040"/>
          </a:solidFill>
          <a:latin typeface="+mn-lt"/>
          <a:ea typeface="+mn-ea"/>
          <a:cs typeface="+mn-cs"/>
        </a:defRPr>
      </a:lvl1pPr>
      <a:lvl2pPr marL="328930" indent="-155575" algn="l" defTabSz="782955" rtl="0" eaLnBrk="0" fontAlgn="base" hangingPunct="0">
        <a:lnSpc>
          <a:spcPct val="150000"/>
        </a:lnSpc>
        <a:spcBef>
          <a:spcPts val="175"/>
        </a:spcBef>
        <a:spcAft>
          <a:spcPts val="340"/>
        </a:spcAft>
        <a:buClr>
          <a:schemeClr val="accent1"/>
        </a:buClr>
        <a:buFont typeface="Calibri" panose="020F0502020204030204" pitchFamily="34" charset="0"/>
        <a:buChar char="◦"/>
        <a:defRPr sz="2800" kern="1200">
          <a:solidFill>
            <a:srgbClr val="404040"/>
          </a:solidFill>
          <a:latin typeface="+mn-lt"/>
          <a:ea typeface="+mn-ea"/>
          <a:cs typeface="+mn-cs"/>
        </a:defRPr>
      </a:lvl2pPr>
      <a:lvl3pPr marL="484505" indent="-155575" algn="l" defTabSz="782955" rtl="0" eaLnBrk="0" fontAlgn="base" hangingPunct="0">
        <a:lnSpc>
          <a:spcPct val="150000"/>
        </a:lnSpc>
        <a:spcBef>
          <a:spcPts val="175"/>
        </a:spcBef>
        <a:spcAft>
          <a:spcPts val="340"/>
        </a:spcAft>
        <a:buClr>
          <a:schemeClr val="accent1"/>
        </a:buClr>
        <a:buFont typeface="Calibri" panose="020F0502020204030204" pitchFamily="34" charset="0"/>
        <a:buChar char="◦"/>
        <a:defRPr sz="2800" kern="1200">
          <a:solidFill>
            <a:srgbClr val="404040"/>
          </a:solidFill>
          <a:latin typeface="+mn-lt"/>
          <a:ea typeface="+mn-ea"/>
          <a:cs typeface="+mn-cs"/>
        </a:defRPr>
      </a:lvl3pPr>
      <a:lvl4pPr marL="641350" indent="-155575" algn="l" defTabSz="782955" rtl="0" eaLnBrk="0" fontAlgn="base" hangingPunct="0">
        <a:lnSpc>
          <a:spcPct val="150000"/>
        </a:lnSpc>
        <a:spcBef>
          <a:spcPts val="175"/>
        </a:spcBef>
        <a:spcAft>
          <a:spcPts val="340"/>
        </a:spcAft>
        <a:buClr>
          <a:schemeClr val="accent1"/>
        </a:buClr>
        <a:buFont typeface="Calibri" panose="020F0502020204030204" pitchFamily="34" charset="0"/>
        <a:buChar char="◦"/>
        <a:defRPr sz="2800" kern="1200">
          <a:solidFill>
            <a:srgbClr val="404040"/>
          </a:solidFill>
          <a:latin typeface="+mn-lt"/>
          <a:ea typeface="+mn-ea"/>
          <a:cs typeface="+mn-cs"/>
        </a:defRPr>
      </a:lvl4pPr>
      <a:lvl5pPr marL="798830" indent="-155575" algn="l" defTabSz="782955" rtl="0" eaLnBrk="0" fontAlgn="base" hangingPunct="0">
        <a:lnSpc>
          <a:spcPct val="150000"/>
        </a:lnSpc>
        <a:spcBef>
          <a:spcPts val="175"/>
        </a:spcBef>
        <a:spcAft>
          <a:spcPts val="340"/>
        </a:spcAft>
        <a:buClr>
          <a:schemeClr val="accent1"/>
        </a:buClr>
        <a:buFont typeface="Calibri" panose="020F0502020204030204" pitchFamily="34" charset="0"/>
        <a:buChar char="◦"/>
        <a:defRPr sz="2800" kern="1200">
          <a:solidFill>
            <a:srgbClr val="404040"/>
          </a:solidFill>
          <a:latin typeface="+mn-lt"/>
          <a:ea typeface="+mn-ea"/>
          <a:cs typeface="+mn-cs"/>
        </a:defRPr>
      </a:lvl5pPr>
      <a:lvl6pPr marL="941705" indent="-195580" algn="l" defTabSz="782955" rtl="0" eaLnBrk="1" latinLnBrk="0" hangingPunct="1">
        <a:lnSpc>
          <a:spcPct val="90000"/>
        </a:lnSpc>
        <a:spcBef>
          <a:spcPts val="170"/>
        </a:spcBef>
        <a:spcAft>
          <a:spcPts val="345"/>
        </a:spcAft>
        <a:buClr>
          <a:schemeClr val="accent1"/>
        </a:buClr>
        <a:buFont typeface="Calibri" panose="020F0502020204030204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113155" indent="-195580" algn="l" defTabSz="782955" rtl="0" eaLnBrk="1" latinLnBrk="0" hangingPunct="1">
        <a:lnSpc>
          <a:spcPct val="90000"/>
        </a:lnSpc>
        <a:spcBef>
          <a:spcPts val="170"/>
        </a:spcBef>
        <a:spcAft>
          <a:spcPts val="345"/>
        </a:spcAft>
        <a:buClr>
          <a:schemeClr val="accent1"/>
        </a:buClr>
        <a:buFont typeface="Calibri" panose="020F0502020204030204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284605" indent="-195580" algn="l" defTabSz="782955" rtl="0" eaLnBrk="1" latinLnBrk="0" hangingPunct="1">
        <a:lnSpc>
          <a:spcPct val="90000"/>
        </a:lnSpc>
        <a:spcBef>
          <a:spcPts val="170"/>
        </a:spcBef>
        <a:spcAft>
          <a:spcPts val="345"/>
        </a:spcAft>
        <a:buClr>
          <a:schemeClr val="accent1"/>
        </a:buClr>
        <a:buFont typeface="Calibri" panose="020F0502020204030204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455420" indent="-195580" algn="l" defTabSz="782955" rtl="0" eaLnBrk="1" latinLnBrk="0" hangingPunct="1">
        <a:lnSpc>
          <a:spcPct val="90000"/>
        </a:lnSpc>
        <a:spcBef>
          <a:spcPts val="170"/>
        </a:spcBef>
        <a:spcAft>
          <a:spcPts val="345"/>
        </a:spcAft>
        <a:buClr>
          <a:schemeClr val="accent1"/>
        </a:buClr>
        <a:buFont typeface="Calibri" panose="020F0502020204030204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82955" rtl="0" eaLnBrk="1" latinLnBrk="0" hangingPunct="1">
        <a:defRPr sz="1540" kern="1200">
          <a:solidFill>
            <a:schemeClr val="tx1"/>
          </a:solidFill>
          <a:latin typeface="+mn-lt"/>
          <a:ea typeface="+mn-ea"/>
          <a:cs typeface="+mn-cs"/>
        </a:defRPr>
      </a:lvl1pPr>
      <a:lvl2pPr marL="391795" algn="l" defTabSz="782955" rtl="0" eaLnBrk="1" latinLnBrk="0" hangingPunct="1">
        <a:defRPr sz="1540" kern="1200">
          <a:solidFill>
            <a:schemeClr val="tx1"/>
          </a:solidFill>
          <a:latin typeface="+mn-lt"/>
          <a:ea typeface="+mn-ea"/>
          <a:cs typeface="+mn-cs"/>
        </a:defRPr>
      </a:lvl2pPr>
      <a:lvl3pPr marL="782955" algn="l" defTabSz="782955" rtl="0" eaLnBrk="1" latinLnBrk="0" hangingPunct="1">
        <a:defRPr sz="1540" kern="1200">
          <a:solidFill>
            <a:schemeClr val="tx1"/>
          </a:solidFill>
          <a:latin typeface="+mn-lt"/>
          <a:ea typeface="+mn-ea"/>
          <a:cs typeface="+mn-cs"/>
        </a:defRPr>
      </a:lvl3pPr>
      <a:lvl4pPr marL="1174750" algn="l" defTabSz="782955" rtl="0" eaLnBrk="1" latinLnBrk="0" hangingPunct="1">
        <a:defRPr sz="1540" kern="1200">
          <a:solidFill>
            <a:schemeClr val="tx1"/>
          </a:solidFill>
          <a:latin typeface="+mn-lt"/>
          <a:ea typeface="+mn-ea"/>
          <a:cs typeface="+mn-cs"/>
        </a:defRPr>
      </a:lvl4pPr>
      <a:lvl5pPr marL="1565910" algn="l" defTabSz="782955" rtl="0" eaLnBrk="1" latinLnBrk="0" hangingPunct="1">
        <a:defRPr sz="1540" kern="1200">
          <a:solidFill>
            <a:schemeClr val="tx1"/>
          </a:solidFill>
          <a:latin typeface="+mn-lt"/>
          <a:ea typeface="+mn-ea"/>
          <a:cs typeface="+mn-cs"/>
        </a:defRPr>
      </a:lvl5pPr>
      <a:lvl6pPr marL="1957705" algn="l" defTabSz="782955" rtl="0" eaLnBrk="1" latinLnBrk="0" hangingPunct="1">
        <a:defRPr sz="1540" kern="1200">
          <a:solidFill>
            <a:schemeClr val="tx1"/>
          </a:solidFill>
          <a:latin typeface="+mn-lt"/>
          <a:ea typeface="+mn-ea"/>
          <a:cs typeface="+mn-cs"/>
        </a:defRPr>
      </a:lvl6pPr>
      <a:lvl7pPr marL="2348865" algn="l" defTabSz="782955" rtl="0" eaLnBrk="1" latinLnBrk="0" hangingPunct="1">
        <a:defRPr sz="1540" kern="1200">
          <a:solidFill>
            <a:schemeClr val="tx1"/>
          </a:solidFill>
          <a:latin typeface="+mn-lt"/>
          <a:ea typeface="+mn-ea"/>
          <a:cs typeface="+mn-cs"/>
        </a:defRPr>
      </a:lvl7pPr>
      <a:lvl8pPr marL="2740660" algn="l" defTabSz="782955" rtl="0" eaLnBrk="1" latinLnBrk="0" hangingPunct="1">
        <a:defRPr sz="1540" kern="1200">
          <a:solidFill>
            <a:schemeClr val="tx1"/>
          </a:solidFill>
          <a:latin typeface="+mn-lt"/>
          <a:ea typeface="+mn-ea"/>
          <a:cs typeface="+mn-cs"/>
        </a:defRPr>
      </a:lvl8pPr>
      <a:lvl9pPr marL="3131820" algn="l" defTabSz="782955" rtl="0" eaLnBrk="1" latinLnBrk="0" hangingPunct="1">
        <a:defRPr sz="15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Date Placeholder 1"/>
          <p:cNvSpPr>
            <a:spLocks noGrp="1" noChangeArrowheads="1"/>
          </p:cNvSpPr>
          <p:nvPr>
            <p:ph type="dt" sz="half" idx="10"/>
          </p:nvPr>
        </p:nvSpPr>
        <p:spPr bwMode="auto"/>
        <p:txBody>
          <a:bodyPr wrap="square" numCol="1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dirty="0" smtClean="0"/>
              <a:t>15</a:t>
            </a:r>
            <a:r>
              <a:rPr lang="en-US" altLang="en-US" dirty="0" smtClean="0"/>
              <a:t>/04/2026</a:t>
            </a:r>
            <a:endParaRPr lang="en-US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BATCH ID : 39                   PHASE II </a:t>
            </a:r>
            <a:r>
              <a:rPr lang="en-US" dirty="0" smtClean="0"/>
              <a:t>FINAL </a:t>
            </a:r>
            <a:r>
              <a:rPr lang="en-US" dirty="0" smtClean="0"/>
              <a:t>REVIEW                          </a:t>
            </a:r>
            <a:endParaRPr lang="en-US" dirty="0"/>
          </a:p>
        </p:txBody>
      </p:sp>
      <p:sp>
        <p:nvSpPr>
          <p:cNvPr id="10243" name="Slide Number Placeholder 3"/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8176E964-1996-4E91-8A8B-2E87A98B6DE2}" type="slidenum">
              <a:rPr lang="en-US" altLang="en-US"/>
              <a:t>1</a:t>
            </a:fld>
            <a:endParaRPr lang="en-US" altLang="en-US"/>
          </a:p>
        </p:txBody>
      </p:sp>
      <p:pic>
        <p:nvPicPr>
          <p:cNvPr id="10245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46038" y="490538"/>
            <a:ext cx="1514475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6" name="TextBox 8"/>
          <p:cNvSpPr txBox="1">
            <a:spLocks noChangeArrowheads="1"/>
          </p:cNvSpPr>
          <p:nvPr/>
        </p:nvSpPr>
        <p:spPr bwMode="auto">
          <a:xfrm>
            <a:off x="2455863" y="552450"/>
            <a:ext cx="10302875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en-US" sz="3200" b="1" dirty="0"/>
              <a:t>SRI RAMAKRISHNA INSTITUTE OF TECHNOLOGY</a:t>
            </a:r>
            <a:endParaRPr lang="en-IN" altLang="en-US" sz="3200" b="1" dirty="0"/>
          </a:p>
        </p:txBody>
      </p:sp>
      <p:sp>
        <p:nvSpPr>
          <p:cNvPr id="10247" name="TextBox 10"/>
          <p:cNvSpPr txBox="1">
            <a:spLocks noChangeArrowheads="1"/>
          </p:cNvSpPr>
          <p:nvPr/>
        </p:nvSpPr>
        <p:spPr bwMode="auto">
          <a:xfrm>
            <a:off x="5699125" y="1138238"/>
            <a:ext cx="67833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en-US" dirty="0"/>
              <a:t>(An Autonomous Institution) </a:t>
            </a:r>
            <a:endParaRPr lang="en-IN" altLang="en-US" dirty="0"/>
          </a:p>
        </p:txBody>
      </p:sp>
      <p:sp>
        <p:nvSpPr>
          <p:cNvPr id="10248" name="TextBox 11"/>
          <p:cNvSpPr txBox="1">
            <a:spLocks noChangeArrowheads="1"/>
          </p:cNvSpPr>
          <p:nvPr/>
        </p:nvSpPr>
        <p:spPr bwMode="auto">
          <a:xfrm>
            <a:off x="4221163" y="1585913"/>
            <a:ext cx="89201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en-US" dirty="0" err="1"/>
              <a:t>Pachapalayam</a:t>
            </a:r>
            <a:r>
              <a:rPr lang="en-US" altLang="en-US"/>
              <a:t>, Perur Chettipalayam, Coimbatore- 641 010</a:t>
            </a:r>
            <a:endParaRPr lang="en-IN" altLang="en-US"/>
          </a:p>
        </p:txBody>
      </p:sp>
      <p:sp>
        <p:nvSpPr>
          <p:cNvPr id="10249" name="TextBox 12"/>
          <p:cNvSpPr txBox="1">
            <a:spLocks noChangeArrowheads="1"/>
          </p:cNvSpPr>
          <p:nvPr/>
        </p:nvSpPr>
        <p:spPr bwMode="auto">
          <a:xfrm>
            <a:off x="2222500" y="2090738"/>
            <a:ext cx="10918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en-US" sz="2800" b="1" dirty="0"/>
              <a:t>DEPARTMENT OF COMPUTER SCIENCE AND ENGINEERING</a:t>
            </a:r>
            <a:endParaRPr lang="en-IN" altLang="en-US" sz="2800" b="1" dirty="0"/>
          </a:p>
        </p:txBody>
      </p:sp>
      <p:sp>
        <p:nvSpPr>
          <p:cNvPr id="10250" name="TextBox 14"/>
          <p:cNvSpPr txBox="1">
            <a:spLocks noChangeArrowheads="1"/>
          </p:cNvSpPr>
          <p:nvPr/>
        </p:nvSpPr>
        <p:spPr bwMode="auto">
          <a:xfrm>
            <a:off x="656863" y="5211790"/>
            <a:ext cx="5042262" cy="23069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en-US" dirty="0"/>
              <a:t>Presented by:</a:t>
            </a:r>
          </a:p>
          <a:p>
            <a:r>
              <a:rPr lang="en-US" altLang="en-US" dirty="0"/>
              <a:t>               </a:t>
            </a:r>
          </a:p>
          <a:p>
            <a:r>
              <a:rPr lang="en-US" altLang="en-US" dirty="0"/>
              <a:t>               </a:t>
            </a:r>
            <a:r>
              <a:rPr lang="en-US" altLang="en-GB" dirty="0">
                <a:sym typeface="+mn-ea"/>
              </a:rPr>
              <a:t>SANJAY S                        -    71382202130</a:t>
            </a:r>
            <a:endParaRPr lang="en-IN" altLang="en-US" dirty="0"/>
          </a:p>
          <a:p>
            <a:r>
              <a:rPr lang="en-US" altLang="en-US" dirty="0"/>
              <a:t>               </a:t>
            </a:r>
            <a:r>
              <a:rPr lang="en-US" altLang="en-US" dirty="0">
                <a:sym typeface="+mn-ea"/>
              </a:rPr>
              <a:t>SARUKESH  A                </a:t>
            </a:r>
            <a:r>
              <a:rPr lang="en-US" altLang="en-GB" dirty="0">
                <a:sym typeface="+mn-ea"/>
              </a:rPr>
              <a:t> </a:t>
            </a:r>
            <a:r>
              <a:rPr lang="en-GB" altLang="en-US" dirty="0">
                <a:sym typeface="+mn-ea"/>
              </a:rPr>
              <a:t>-   71382202134</a:t>
            </a:r>
            <a:endParaRPr lang="en-US" altLang="en-US" dirty="0"/>
          </a:p>
          <a:p>
            <a:r>
              <a:rPr lang="en-US" altLang="en-GB" dirty="0"/>
              <a:t>               SOORAJ R NAIR             -   </a:t>
            </a:r>
            <a:r>
              <a:rPr lang="en-GB" altLang="en-GB" dirty="0"/>
              <a:t>71382202152</a:t>
            </a:r>
            <a:endParaRPr lang="en-US" altLang="en-US" dirty="0"/>
          </a:p>
          <a:p>
            <a:r>
              <a:rPr lang="en-US" altLang="en-US" dirty="0"/>
              <a:t>	       VIGNESHWARAN  S</a:t>
            </a:r>
            <a:r>
              <a:rPr lang="en-US" altLang="en-GB" dirty="0"/>
              <a:t>      </a:t>
            </a:r>
            <a:r>
              <a:rPr lang="en-GB" altLang="en-US" dirty="0"/>
              <a:t>-   71382202173</a:t>
            </a:r>
            <a:endParaRPr lang="en-US" altLang="en-US" dirty="0"/>
          </a:p>
          <a:p>
            <a:r>
              <a:rPr lang="en-US" altLang="en-US" dirty="0"/>
              <a:t>	     </a:t>
            </a:r>
            <a:endParaRPr lang="en-US" altLang="en-GB" dirty="0"/>
          </a:p>
          <a:p>
            <a:r>
              <a:rPr lang="en-US" altLang="en-GB" dirty="0"/>
              <a:t>             </a:t>
            </a:r>
            <a:endParaRPr lang="en-IN" alt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9707563" y="5289550"/>
            <a:ext cx="3956050" cy="175323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Guided by: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</a:rPr>
              <a:t>        MS A JAYASMRUTHI </a:t>
            </a:r>
            <a:endParaRPr lang="en-GB" dirty="0">
              <a:latin typeface="+mn-lt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latin typeface="+mn-lt"/>
                <a:ea typeface="Times New Roman" panose="02020603050405020304" pitchFamily="18" charset="0"/>
              </a:rPr>
              <a:t>        Assistant</a:t>
            </a:r>
            <a:r>
              <a:rPr lang="en-US" spc="5" dirty="0">
                <a:latin typeface="+mn-lt"/>
                <a:ea typeface="Times New Roman" panose="02020603050405020304" pitchFamily="18" charset="0"/>
              </a:rPr>
              <a:t> </a:t>
            </a:r>
            <a:r>
              <a:rPr lang="en-US" spc="-5" dirty="0">
                <a:latin typeface="+mn-lt"/>
                <a:ea typeface="Times New Roman" panose="02020603050405020304" pitchFamily="18" charset="0"/>
              </a:rPr>
              <a:t>Professor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pc="-5" dirty="0">
                <a:latin typeface="+mn-lt"/>
              </a:rPr>
              <a:t>        Department of CSE</a:t>
            </a:r>
            <a:endParaRPr lang="en-IN" dirty="0">
              <a:latin typeface="+mn-lt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IN" dirty="0">
              <a:latin typeface="+mn-lt"/>
            </a:endParaRPr>
          </a:p>
        </p:txBody>
      </p:sp>
      <p:sp>
        <p:nvSpPr>
          <p:cNvPr id="10252" name="TextBox 17"/>
          <p:cNvSpPr txBox="1">
            <a:spLocks noChangeArrowheads="1"/>
          </p:cNvSpPr>
          <p:nvPr/>
        </p:nvSpPr>
        <p:spPr bwMode="auto">
          <a:xfrm>
            <a:off x="2984500" y="2761615"/>
            <a:ext cx="8412480" cy="870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/>
          <a:p>
            <a:pPr algn="ctr"/>
            <a:r>
              <a:rPr lang="en-US" altLang="en-US" sz="2400" dirty="0"/>
              <a:t>20CS902 - FYP  Phase II </a:t>
            </a:r>
          </a:p>
          <a:p>
            <a:pPr algn="ctr"/>
            <a:r>
              <a:rPr lang="en-US" altLang="en-US" sz="2400" dirty="0" smtClean="0"/>
              <a:t>FINAL REVIEW </a:t>
            </a:r>
            <a:r>
              <a:rPr lang="en-US" altLang="en-US" sz="2400" dirty="0"/>
              <a:t/>
            </a:r>
            <a:br>
              <a:rPr lang="en-US" altLang="en-US" sz="2400" dirty="0"/>
            </a:br>
            <a:r>
              <a:rPr lang="en-US" altLang="en-US" sz="2400" dirty="0"/>
              <a:t>BATCH NO : 39</a:t>
            </a:r>
          </a:p>
          <a:p>
            <a:pPr algn="ctr"/>
            <a:endParaRPr lang="en-US" altLang="en-US" sz="2400" dirty="0"/>
          </a:p>
          <a:p>
            <a:pPr algn="ctr"/>
            <a:endParaRPr lang="en-US" altLang="en-US" sz="2400" dirty="0"/>
          </a:p>
        </p:txBody>
      </p:sp>
      <p:sp>
        <p:nvSpPr>
          <p:cNvPr id="10253" name="TextBox 15"/>
          <p:cNvSpPr txBox="1">
            <a:spLocks noChangeArrowheads="1"/>
          </p:cNvSpPr>
          <p:nvPr/>
        </p:nvSpPr>
        <p:spPr bwMode="auto">
          <a:xfrm>
            <a:off x="1003935" y="3885565"/>
            <a:ext cx="12659360" cy="162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/>
          <a:p>
            <a:pPr algn="ctr"/>
            <a:r>
              <a:rPr lang="en-US" altLang="en-IN" sz="2800" b="1" dirty="0"/>
              <a:t>  </a:t>
            </a:r>
            <a:r>
              <a:rPr lang="en-US" sz="2800" b="1" spc="50" dirty="0">
                <a:latin typeface="Times New Roman" panose="02020603050405020304"/>
              </a:rPr>
              <a:t>ADDRESSING</a:t>
            </a:r>
            <a:r>
              <a:rPr lang="en-US" sz="2800" b="1" spc="70" dirty="0">
                <a:latin typeface="Times New Roman" panose="02020603050405020304"/>
              </a:rPr>
              <a:t> </a:t>
            </a:r>
            <a:r>
              <a:rPr lang="en-US" sz="2800" b="1" dirty="0">
                <a:latin typeface="Times New Roman" panose="02020603050405020304"/>
              </a:rPr>
              <a:t>THE</a:t>
            </a:r>
            <a:r>
              <a:rPr lang="en-US" sz="2800" b="1" spc="70" dirty="0">
                <a:latin typeface="Times New Roman" panose="02020603050405020304"/>
              </a:rPr>
              <a:t> </a:t>
            </a:r>
            <a:r>
              <a:rPr lang="en-US" sz="2800" b="1" dirty="0">
                <a:latin typeface="Times New Roman" panose="02020603050405020304"/>
              </a:rPr>
              <a:t>INCOME</a:t>
            </a:r>
            <a:r>
              <a:rPr lang="en-US" sz="2800" b="1" spc="70" dirty="0">
                <a:latin typeface="Times New Roman" panose="02020603050405020304"/>
              </a:rPr>
              <a:t> </a:t>
            </a:r>
            <a:r>
              <a:rPr lang="en-US" sz="2800" b="1" dirty="0">
                <a:latin typeface="Times New Roman" panose="02020603050405020304"/>
              </a:rPr>
              <a:t>GAP</a:t>
            </a:r>
            <a:r>
              <a:rPr lang="en-US" sz="2800" b="1" spc="70" dirty="0">
                <a:latin typeface="Times New Roman" panose="02020603050405020304"/>
              </a:rPr>
              <a:t> </a:t>
            </a:r>
            <a:r>
              <a:rPr lang="en-US" sz="2800" b="1" spc="50" dirty="0">
                <a:latin typeface="Times New Roman" panose="02020603050405020304"/>
              </a:rPr>
              <a:t>CAUSED</a:t>
            </a:r>
            <a:r>
              <a:rPr lang="en-US" sz="2800" b="1" spc="70" dirty="0">
                <a:latin typeface="Times New Roman" panose="02020603050405020304"/>
              </a:rPr>
              <a:t> </a:t>
            </a:r>
            <a:r>
              <a:rPr lang="en-US" sz="2800" b="1" dirty="0">
                <a:latin typeface="Times New Roman" panose="02020603050405020304"/>
              </a:rPr>
              <a:t>BY</a:t>
            </a:r>
            <a:r>
              <a:rPr lang="en-US" sz="2800" b="1" spc="70" dirty="0">
                <a:latin typeface="Times New Roman" panose="02020603050405020304"/>
              </a:rPr>
              <a:t> </a:t>
            </a:r>
            <a:r>
              <a:rPr lang="en-US" sz="2800" b="1" spc="55" dirty="0">
                <a:latin typeface="Times New Roman" panose="02020603050405020304"/>
              </a:rPr>
              <a:t>MIDDLEMEN</a:t>
            </a:r>
            <a:r>
              <a:rPr lang="en-US" sz="2800" b="1" spc="70" dirty="0">
                <a:latin typeface="Times New Roman" panose="02020603050405020304"/>
              </a:rPr>
              <a:t> </a:t>
            </a:r>
            <a:r>
              <a:rPr lang="en-US" sz="2800" b="1" spc="15" dirty="0">
                <a:latin typeface="Times New Roman" panose="02020603050405020304"/>
              </a:rPr>
              <a:t>IN </a:t>
            </a:r>
            <a:r>
              <a:rPr lang="en-US" sz="2800" b="1" dirty="0">
                <a:latin typeface="Times New Roman" panose="02020603050405020304"/>
              </a:rPr>
              <a:t>AGRICULTURAL MARKETING</a:t>
            </a:r>
            <a:r>
              <a:rPr lang="en-US" sz="2800" b="1" spc="5" dirty="0">
                <a:latin typeface="Times New Roman" panose="02020603050405020304"/>
              </a:rPr>
              <a:t> </a:t>
            </a:r>
            <a:r>
              <a:rPr lang="en-US" sz="2800" b="1" spc="55" dirty="0">
                <a:latin typeface="Times New Roman" panose="02020603050405020304"/>
              </a:rPr>
              <a:t>THROUGH</a:t>
            </a:r>
            <a:r>
              <a:rPr lang="en-US" sz="2800" b="1" spc="5" dirty="0">
                <a:latin typeface="Times New Roman" panose="02020603050405020304"/>
              </a:rPr>
              <a:t> </a:t>
            </a:r>
            <a:r>
              <a:rPr lang="en-US" sz="2800" b="1" dirty="0">
                <a:latin typeface="Times New Roman" panose="02020603050405020304"/>
              </a:rPr>
              <a:t>DIRECT</a:t>
            </a:r>
            <a:r>
              <a:rPr lang="en-US" sz="2800" b="1" spc="5" dirty="0">
                <a:latin typeface="Times New Roman" panose="02020603050405020304"/>
              </a:rPr>
              <a:t> </a:t>
            </a:r>
            <a:r>
              <a:rPr lang="en-US" sz="2800" b="1" spc="-10" dirty="0">
                <a:latin typeface="Times New Roman" panose="02020603050405020304"/>
              </a:rPr>
              <a:t>FARMER-</a:t>
            </a:r>
            <a:r>
              <a:rPr lang="en-US" sz="2800" b="1" dirty="0">
                <a:latin typeface="Times New Roman" panose="02020603050405020304"/>
              </a:rPr>
              <a:t>TO-</a:t>
            </a:r>
            <a:r>
              <a:rPr lang="en-US" sz="2800" b="1" spc="60" dirty="0">
                <a:latin typeface="Times New Roman" panose="02020603050405020304"/>
              </a:rPr>
              <a:t>CONSUMER </a:t>
            </a:r>
            <a:r>
              <a:rPr lang="en-US" sz="2800" b="1" spc="65" dirty="0">
                <a:latin typeface="Times New Roman" panose="02020603050405020304"/>
              </a:rPr>
              <a:t>SOLUTIONS</a:t>
            </a:r>
            <a:endParaRPr lang="en-US" sz="2800" dirty="0">
              <a:latin typeface="Times New Roman" panose="02020603050405020304"/>
            </a:endParaRPr>
          </a:p>
          <a:p>
            <a:pPr algn="ctr"/>
            <a:endParaRPr lang="en-US" altLang="en-IN" sz="32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003" y="555867"/>
            <a:ext cx="927432" cy="1016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019" y="353695"/>
            <a:ext cx="13658850" cy="1174143"/>
          </a:xfrm>
        </p:spPr>
        <p:txBody>
          <a:bodyPr/>
          <a:lstStyle/>
          <a:p>
            <a:r>
              <a:rPr lang="en-US" sz="2800" b="1" dirty="0">
                <a:solidFill>
                  <a:schemeClr val="tx1"/>
                </a:solidFill>
              </a:rPr>
              <a:t>CONTENT 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196" y="1527884"/>
            <a:ext cx="13658850" cy="5911411"/>
          </a:xfrm>
        </p:spPr>
        <p:txBody>
          <a:bodyPr>
            <a:noAutofit/>
          </a:bodyPr>
          <a:lstStyle/>
          <a:p>
            <a:pPr lvl="1" eaLnBrk="1" hangingPunct="1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en-US" sz="2400" dirty="0" smtClean="0">
                <a:solidFill>
                  <a:schemeClr val="tx1"/>
                </a:solidFill>
              </a:rPr>
              <a:t>Project Overview</a:t>
            </a:r>
          </a:p>
          <a:p>
            <a:pPr lvl="1" eaLnBrk="1" hangingPunct="1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en-US" sz="2400" dirty="0" smtClean="0">
                <a:solidFill>
                  <a:schemeClr val="tx1"/>
                </a:solidFill>
              </a:rPr>
              <a:t>Challenges </a:t>
            </a:r>
            <a:r>
              <a:rPr lang="en-US" altLang="en-US" sz="2400" dirty="0">
                <a:solidFill>
                  <a:schemeClr val="tx1"/>
                </a:solidFill>
              </a:rPr>
              <a:t>And Solutions</a:t>
            </a:r>
          </a:p>
          <a:p>
            <a:pPr lvl="1" eaLnBrk="1" hangingPunct="1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</a:rPr>
              <a:t> Updated Methodology</a:t>
            </a:r>
          </a:p>
          <a:p>
            <a:pPr lvl="1" eaLnBrk="1" hangingPunct="1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</a:rPr>
              <a:t> System Architecture</a:t>
            </a:r>
          </a:p>
          <a:p>
            <a:pPr lvl="1" eaLnBrk="1" hangingPunct="1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</a:rPr>
              <a:t> Implementation </a:t>
            </a:r>
            <a:r>
              <a:rPr lang="en-US" altLang="en-US" sz="2400" dirty="0" smtClean="0">
                <a:solidFill>
                  <a:schemeClr val="tx1"/>
                </a:solidFill>
              </a:rPr>
              <a:t>Updates</a:t>
            </a:r>
          </a:p>
          <a:p>
            <a:pPr lvl="1" eaLnBrk="1" hangingPunct="1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sz="2400" dirty="0" smtClean="0"/>
              <a:t> Visualization</a:t>
            </a:r>
            <a:endParaRPr lang="en-US" altLang="en-US" sz="2400" dirty="0" smtClean="0">
              <a:solidFill>
                <a:schemeClr val="tx1"/>
              </a:solidFill>
            </a:endParaRPr>
          </a:p>
          <a:p>
            <a:pPr lvl="1" eaLnBrk="1" hangingPunct="1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en-US" sz="2400" dirty="0" smtClean="0">
                <a:solidFill>
                  <a:schemeClr val="tx1"/>
                </a:solidFill>
              </a:rPr>
              <a:t> </a:t>
            </a:r>
            <a:r>
              <a:rPr lang="en-US" altLang="en-US" sz="2400" dirty="0">
                <a:solidFill>
                  <a:schemeClr val="tx1"/>
                </a:solidFill>
              </a:rPr>
              <a:t>Results And Analysis</a:t>
            </a:r>
          </a:p>
          <a:p>
            <a:pPr lvl="1" eaLnBrk="1" hangingPunct="1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</a:rPr>
              <a:t> Conclusion</a:t>
            </a:r>
          </a:p>
          <a:p>
            <a:pPr lvl="1" eaLnBrk="1" hangingPunct="1"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</a:rPr>
              <a:t> References</a:t>
            </a:r>
          </a:p>
          <a:p>
            <a:pPr marL="173355" lvl="1" indent="0" eaLnBrk="1" hangingPunct="1">
              <a:buClr>
                <a:srgbClr val="000000"/>
              </a:buClr>
              <a:buNone/>
            </a:pPr>
            <a:endParaRPr lang="en-US" altLang="en-US" sz="2400" dirty="0">
              <a:solidFill>
                <a:schemeClr val="tx1"/>
              </a:solidFill>
            </a:endParaRPr>
          </a:p>
          <a:p>
            <a:pPr marL="173355" lvl="1" indent="0" eaLnBrk="1" hangingPunct="1">
              <a:buClr>
                <a:srgbClr val="000000"/>
              </a:buClr>
              <a:buNone/>
            </a:pPr>
            <a:endParaRPr lang="en-US" altLang="en-US" sz="2400" dirty="0">
              <a:solidFill>
                <a:schemeClr val="tx1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15</a:t>
            </a:r>
            <a:r>
              <a:rPr lang="en-US" dirty="0" smtClean="0"/>
              <a:t>/04/2026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291146" y="7796212"/>
            <a:ext cx="5822950" cy="439737"/>
          </a:xfrm>
        </p:spPr>
        <p:txBody>
          <a:bodyPr/>
          <a:lstStyle/>
          <a:p>
            <a:pPr>
              <a:defRPr/>
            </a:pPr>
            <a:r>
              <a:rPr lang="en-US" dirty="0"/>
              <a:t>BATCH ID : 39               PHASE II </a:t>
            </a:r>
            <a:r>
              <a:rPr lang="en-US" dirty="0" smtClean="0"/>
              <a:t>FINAL </a:t>
            </a:r>
            <a:r>
              <a:rPr lang="en-US" dirty="0" smtClean="0"/>
              <a:t>REVIEW</a:t>
            </a:r>
            <a:r>
              <a:rPr lang="en-US" dirty="0" smtClean="0">
                <a:sym typeface="+mn-ea"/>
              </a:rPr>
              <a:t> </a:t>
            </a:r>
            <a:r>
              <a:rPr lang="en-US" dirty="0" smtClean="0"/>
              <a:t>                                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953875" y="7838758"/>
            <a:ext cx="1584325" cy="441325"/>
          </a:xfrm>
        </p:spPr>
        <p:txBody>
          <a:bodyPr/>
          <a:lstStyle/>
          <a:p>
            <a:fld id="{0874CABE-FB71-481A-AFC2-4FEBC2D43889}" type="slidenum">
              <a:rPr lang="en-US" altLang="en-US" smtClean="0"/>
              <a:t>2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500" y="720725"/>
            <a:ext cx="5179305" cy="836295"/>
          </a:xfrm>
        </p:spPr>
        <p:txBody>
          <a:bodyPr/>
          <a:lstStyle/>
          <a:p>
            <a:r>
              <a:rPr lang="en-US" altLang="en-IN" sz="2800" b="1" dirty="0">
                <a:solidFill>
                  <a:schemeClr val="tx1"/>
                </a:solidFill>
              </a:rPr>
              <a:t>PROGRESS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" y="1851247"/>
            <a:ext cx="13706360" cy="5764213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altLang="en-US" sz="2400" spc="-20" dirty="0">
                <a:solidFill>
                  <a:schemeClr val="tx1"/>
                </a:solidFill>
              </a:rPr>
              <a:t> </a:t>
            </a:r>
            <a:r>
              <a:rPr lang="en-US" sz="2400" dirty="0"/>
              <a:t>Full-stack MERN application deployed with farmer and consumer portals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Product upload, listing, and real-time inventory management completed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End-to-end order placement, confirmation, and status tracking implemented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JWT-based authentication and role-based access control integrated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MongoDB schema optimized with indexing for fast query performance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Payment verification and automated notification system completed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altLang="en-US" sz="2400" spc="-20" dirty="0">
              <a:solidFill>
                <a:schemeClr val="tx1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5474" y="7796213"/>
            <a:ext cx="3906963" cy="439737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15</a:t>
            </a:r>
            <a:r>
              <a:rPr lang="en-US" dirty="0" smtClean="0"/>
              <a:t>/04/2026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02124" y="7796213"/>
            <a:ext cx="7622733" cy="439737"/>
          </a:xfrm>
        </p:spPr>
        <p:txBody>
          <a:bodyPr/>
          <a:lstStyle/>
          <a:p>
            <a:pPr>
              <a:defRPr/>
            </a:pPr>
            <a:r>
              <a:rPr lang="en-US" dirty="0"/>
              <a:t>BATCH ID : 39                PHASE II </a:t>
            </a:r>
            <a:r>
              <a:rPr lang="en-US" dirty="0" smtClean="0"/>
              <a:t>FINAL </a:t>
            </a:r>
            <a:r>
              <a:rPr lang="en-US" dirty="0" smtClean="0"/>
              <a:t>REVIEW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953875" y="7799388"/>
            <a:ext cx="2074015" cy="441325"/>
          </a:xfrm>
        </p:spPr>
        <p:txBody>
          <a:bodyPr/>
          <a:lstStyle/>
          <a:p>
            <a:fld id="{0874CABE-FB71-481A-AFC2-4FEBC2D43889}" type="slidenum">
              <a:rPr lang="en-US" altLang="en-US" smtClean="0"/>
              <a:t>3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0538" y="675957"/>
            <a:ext cx="10701020" cy="1174115"/>
          </a:xfrm>
        </p:spPr>
        <p:txBody>
          <a:bodyPr/>
          <a:lstStyle/>
          <a:p>
            <a:r>
              <a:rPr lang="en-US" altLang="en-US" sz="2800" b="1" dirty="0">
                <a:solidFill>
                  <a:schemeClr val="tx1"/>
                </a:solidFill>
                <a:sym typeface="+mn-ea"/>
              </a:rPr>
              <a:t>CHALLENGES AND SOLUTIONS                                                                                                                          </a:t>
            </a:r>
            <a:r>
              <a:rPr lang="en-US" altLang="en-US" sz="2800" b="1" dirty="0">
                <a:solidFill>
                  <a:schemeClr val="tx1"/>
                </a:solidFill>
              </a:rPr>
              <a:t/>
            </a:r>
            <a:br>
              <a:rPr lang="en-US" altLang="en-US" sz="2800" b="1" dirty="0">
                <a:solidFill>
                  <a:schemeClr val="tx1"/>
                </a:solidFill>
              </a:rPr>
            </a:br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en-US" sz="2600" dirty="0">
                <a:solidFill>
                  <a:schemeClr val="tx1"/>
                </a:solidFill>
              </a:rPr>
              <a:t> </a:t>
            </a:r>
            <a:r>
              <a:rPr lang="en-US" sz="2400" b="1" dirty="0"/>
              <a:t>Challenge 1: User Authentication &amp; Session Management</a:t>
            </a:r>
          </a:p>
          <a:p>
            <a:r>
              <a:rPr lang="en-US" sz="2400" dirty="0"/>
              <a:t>Managing secure login sessions across farmer and consumer roles with token expiry handling was complex.</a:t>
            </a:r>
          </a:p>
          <a:p>
            <a:r>
              <a:rPr lang="en-US" sz="2400" b="1" dirty="0"/>
              <a:t>Solution: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Implemented JWT-based authentication with refresh token logic and role-based route guards on both frontend and backend.</a:t>
            </a:r>
          </a:p>
          <a:p>
            <a:endParaRPr lang="en-US" sz="2400" dirty="0"/>
          </a:p>
          <a:p>
            <a:pPr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endParaRPr lang="en-US" altLang="en-US" sz="2400" dirty="0">
              <a:solidFill>
                <a:schemeClr val="tx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15</a:t>
            </a:r>
            <a:r>
              <a:rPr lang="en-US" dirty="0" smtClean="0"/>
              <a:t>/04/2026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BATCH ID :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39                          </a:t>
            </a:r>
            <a:r>
              <a:rPr lang="en-US" dirty="0"/>
              <a:t>PHASE II </a:t>
            </a:r>
            <a:r>
              <a:rPr lang="en-US" dirty="0" smtClean="0"/>
              <a:t>FINAL</a:t>
            </a:r>
            <a:r>
              <a:rPr lang="en-US" dirty="0" smtClean="0"/>
              <a:t> </a:t>
            </a:r>
            <a:r>
              <a:rPr lang="en-US" dirty="0"/>
              <a:t>REVIEW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A5908-AB13-4651-96C8-886DFB14A447}" type="slidenum">
              <a:rPr lang="en-US" altLang="en-US"/>
              <a:t>4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762F226-0A9B-D1BE-DDD6-62B339E5B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254607"/>
            <a:ext cx="13658850" cy="1180943"/>
          </a:xfrm>
        </p:spPr>
        <p:txBody>
          <a:bodyPr/>
          <a:lstStyle/>
          <a:p>
            <a:r>
              <a:rPr lang="en-US" sz="2800" b="1" dirty="0"/>
              <a:t>CHALLENGES AND SOLUTIONS</a:t>
            </a:r>
            <a:endParaRPr lang="en-IN" sz="2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4E087B0-9DF0-0DCF-17AA-254D4195A8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1630496"/>
            <a:ext cx="13658850" cy="5973947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Challenge 2: Real-Time Order Status Updates</a:t>
            </a:r>
          </a:p>
          <a:p>
            <a:r>
              <a:rPr lang="en-US" dirty="0"/>
              <a:t>Keeping order status in sync between farmer and consumer dashboards without page refresh was difficult.</a:t>
            </a:r>
          </a:p>
          <a:p>
            <a:r>
              <a:rPr lang="en-US" b="1" dirty="0"/>
              <a:t>Solution: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Implemented polling-based status updates and optimized MongoDB queries with indexing to reflect order changes instantly.</a:t>
            </a:r>
          </a:p>
          <a:p>
            <a:r>
              <a:rPr lang="en-US" b="1" dirty="0"/>
              <a:t>Challenge 3: Scalable Product Search &amp; Filtering</a:t>
            </a:r>
          </a:p>
          <a:p>
            <a:r>
              <a:rPr lang="en-US" dirty="0"/>
              <a:t>Allowing consumers to filter products by category, price, and location efficiently across large datasets was challenging.</a:t>
            </a:r>
          </a:p>
          <a:p>
            <a:r>
              <a:rPr lang="en-US" b="1" dirty="0"/>
              <a:t>Solution: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Built server-side filtering with MongoDB aggregation pipelines and added pagination to handle large product catalogs efficiently.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C08A2BC-E8C9-7AAE-F82E-6C69DC680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15</a:t>
            </a:r>
            <a:r>
              <a:rPr lang="en-US" dirty="0" smtClean="0"/>
              <a:t>/04/2026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182B2E6-E739-399F-EFEA-F3D62926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BATCH ID : 39                            PHASE II </a:t>
            </a:r>
            <a:r>
              <a:rPr lang="en-US" dirty="0" smtClean="0"/>
              <a:t>FINAL </a:t>
            </a:r>
            <a:r>
              <a:rPr lang="en-US" dirty="0" smtClean="0"/>
              <a:t>REVIEW                                                  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BDB7EE5-B036-C4AA-B6F4-8E356BC8E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A5908-AB13-4651-96C8-886DFB14A447}" type="slidenum">
              <a:rPr lang="en-US" altLang="en-US" smtClean="0"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5102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b="1" dirty="0"/>
              <a:t>UPDATED METHODOLOGY</a:t>
            </a:r>
            <a:br>
              <a:rPr lang="en-IN" sz="2800" b="1" dirty="0"/>
            </a:br>
            <a:r>
              <a:rPr lang="en-IN" sz="2800" b="1" dirty="0"/>
              <a:t/>
            </a:r>
            <a:br>
              <a:rPr lang="en-IN" sz="2800" b="1" dirty="0"/>
            </a:br>
            <a:r>
              <a:rPr lang="en-IN" sz="2800" b="1" dirty="0"/>
              <a:t>USE-CASE DIADRAM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15</a:t>
            </a:r>
            <a:r>
              <a:rPr lang="en-US" dirty="0" smtClean="0"/>
              <a:t>/04/2026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BATCH ID : 39                               PHASE II </a:t>
            </a:r>
            <a:r>
              <a:rPr lang="en-US" dirty="0" smtClean="0"/>
              <a:t>FINAL</a:t>
            </a:r>
            <a:r>
              <a:rPr lang="en-US" dirty="0" smtClean="0"/>
              <a:t> </a:t>
            </a:r>
            <a:r>
              <a:rPr lang="en-US" dirty="0"/>
              <a:t>REVIEW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A5908-AB13-4651-96C8-886DFB14A447}" type="slidenum">
              <a:rPr lang="en-US" altLang="en-US" smtClean="0"/>
              <a:t>6</a:t>
            </a:fld>
            <a:endParaRPr lang="en-US" altLang="en-US"/>
          </a:p>
        </p:txBody>
      </p:sp>
      <p:pic>
        <p:nvPicPr>
          <p:cNvPr id="7" name="Content Placeholder 6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44723" y="1839913"/>
            <a:ext cx="7912404" cy="5764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235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FLOW DIAGRAM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15</a:t>
            </a:r>
            <a:r>
              <a:rPr lang="en-US" dirty="0" smtClean="0"/>
              <a:t>/04/2026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BATCH ID : 39                         PHASE II </a:t>
            </a:r>
            <a:r>
              <a:rPr lang="en-US" dirty="0" smtClean="0"/>
              <a:t>FINAL</a:t>
            </a:r>
            <a:r>
              <a:rPr lang="en-US" dirty="0" smtClean="0"/>
              <a:t> </a:t>
            </a:r>
            <a:r>
              <a:rPr lang="en-US" dirty="0"/>
              <a:t>REVIEW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A5908-AB13-4651-96C8-886DFB14A447}" type="slidenum">
              <a:rPr lang="en-US" altLang="en-US" smtClean="0"/>
              <a:t>7</a:t>
            </a:fld>
            <a:endParaRPr lang="en-US" altLang="en-US"/>
          </a:p>
        </p:txBody>
      </p:sp>
      <p:pic>
        <p:nvPicPr>
          <p:cNvPr id="7" name="Content Placeholder 6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77766" y="1839913"/>
            <a:ext cx="8646318" cy="5764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389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b="1" dirty="0">
                <a:solidFill>
                  <a:schemeClr val="tx1"/>
                </a:solidFill>
              </a:rPr>
              <a:t>SYSTEM ARCHITECTURE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endParaRPr lang="en-IN" sz="2400" b="1" dirty="0"/>
          </a:p>
          <a:p>
            <a:pPr marL="0" indent="0">
              <a:buNone/>
            </a:pPr>
            <a:endParaRPr lang="en-IN" sz="24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15</a:t>
            </a:r>
            <a:r>
              <a:rPr lang="en-US" dirty="0" smtClean="0"/>
              <a:t>/04/2026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BATCH ID : 39                                   PHASE II </a:t>
            </a:r>
            <a:r>
              <a:rPr lang="en-US" dirty="0" smtClean="0"/>
              <a:t>FINAL</a:t>
            </a:r>
            <a:r>
              <a:rPr lang="en-US" dirty="0" smtClean="0"/>
              <a:t> </a:t>
            </a:r>
            <a:r>
              <a:rPr lang="en-US" dirty="0"/>
              <a:t>REVIEW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4CABE-FB71-481A-AFC2-4FEBC2D43889}" type="slidenum">
              <a:rPr lang="en-US" altLang="en-US" smtClean="0"/>
              <a:t>8</a:t>
            </a:fld>
            <a:endParaRPr lang="en-US" altLang="en-US"/>
          </a:p>
        </p:txBody>
      </p:sp>
      <p:pic>
        <p:nvPicPr>
          <p:cNvPr id="9" name="Picture 8"/>
          <p:cNvPicPr/>
          <p:nvPr/>
        </p:nvPicPr>
        <p:blipFill>
          <a:blip r:embed="rId3"/>
          <a:stretch>
            <a:fillRect/>
          </a:stretch>
        </p:blipFill>
        <p:spPr>
          <a:xfrm>
            <a:off x="3811712" y="1756881"/>
            <a:ext cx="7058345" cy="52398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6C2BA429-A36B-E598-0EEE-33F3D832E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15</a:t>
            </a:r>
            <a:r>
              <a:rPr lang="en-US" dirty="0" smtClean="0"/>
              <a:t>/04/2026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DE2D94B7-DADC-C7A4-90A5-ECDC886EE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BATCH ID : 39                                         PHASE </a:t>
            </a:r>
            <a:r>
              <a:rPr lang="en-US" dirty="0" smtClean="0"/>
              <a:t>II FINAL REVIEW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A4AECD34-5C28-D5DD-29E3-B8078354B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7B1D5-EAAB-4580-9B25-4062060462FE}" type="slidenum">
              <a:rPr lang="en-US" altLang="en-US" smtClean="0"/>
              <a:t>9</a:t>
            </a:fld>
            <a:endParaRPr lang="en-US" alt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9C88C50C-914C-521B-CD73-C76F53D89E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744338" cy="499899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B3079290-843C-102A-EBE7-1BD5AC9E11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304871"/>
            <a:ext cx="14720888" cy="3380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253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15</a:t>
            </a:r>
            <a:r>
              <a:rPr lang="en-US" dirty="0" smtClean="0"/>
              <a:t>/04/2026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BATCH ID : </a:t>
            </a:r>
            <a:r>
              <a:rPr lang="en-US" dirty="0"/>
              <a:t>39                                                  PHASE II FINAL REVIEW 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7B1D5-EAAB-4580-9B25-4062060462FE}" type="slidenum">
              <a:rPr lang="en-US" altLang="en-US" smtClean="0"/>
              <a:t>10</a:t>
            </a:fld>
            <a:endParaRPr lang="en-US" altLang="en-US"/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720888" cy="2668905"/>
          </a:xfrm>
          <a:prstGeom prst="rect">
            <a:avLst/>
          </a:prstGeom>
        </p:spPr>
      </p:pic>
      <p:pic>
        <p:nvPicPr>
          <p:cNvPr id="6" name="Picture 5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2668905"/>
            <a:ext cx="14720888" cy="2985770"/>
          </a:xfrm>
          <a:prstGeom prst="rect">
            <a:avLst/>
          </a:prstGeom>
        </p:spPr>
      </p:pic>
      <p:pic>
        <p:nvPicPr>
          <p:cNvPr id="7" name="Picture 6"/>
          <p:cNvPicPr/>
          <p:nvPr/>
        </p:nvPicPr>
        <p:blipFill>
          <a:blip r:embed="rId4"/>
          <a:stretch>
            <a:fillRect/>
          </a:stretch>
        </p:blipFill>
        <p:spPr>
          <a:xfrm>
            <a:off x="0" y="5633084"/>
            <a:ext cx="14720888" cy="2051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936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B3C248F0-1CEB-5516-BC68-F1A23C1C8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1</a:t>
            </a:r>
            <a:r>
              <a:rPr lang="en-US" dirty="0" smtClean="0"/>
              <a:t>5/04/2026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1C8F341A-655B-C162-7163-5C73C8507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BATCH ID : 39                                     PHASE II THIRD REVIEW                                       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D6424EB4-5DD8-6444-7C0D-594C24DAD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7B1D5-EAAB-4580-9B25-4062060462FE}" type="slidenum">
              <a:rPr lang="en-US" altLang="en-US" smtClean="0"/>
              <a:t>11</a:t>
            </a:fld>
            <a:endParaRPr lang="en-US" altLang="en-US"/>
          </a:p>
        </p:txBody>
      </p:sp>
      <p:pic>
        <p:nvPicPr>
          <p:cNvPr id="7" name="Picture 6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720888" cy="4068566"/>
          </a:xfrm>
          <a:prstGeom prst="rect">
            <a:avLst/>
          </a:prstGeom>
        </p:spPr>
      </p:pic>
      <p:pic>
        <p:nvPicPr>
          <p:cNvPr id="8" name="Picture 7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4068566"/>
            <a:ext cx="14720887" cy="3637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572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15</a:t>
            </a:r>
            <a:r>
              <a:rPr lang="en-US" dirty="0" smtClean="0"/>
              <a:t>/04/2026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BATCH ID : </a:t>
            </a:r>
            <a:r>
              <a:rPr lang="en-US" dirty="0"/>
              <a:t>39                                                   PHASE II FINAL REVIEW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7B1D5-EAAB-4580-9B25-4062060462FE}" type="slidenum">
              <a:rPr lang="en-US" altLang="en-US" smtClean="0"/>
              <a:t>12</a:t>
            </a:fld>
            <a:endParaRPr lang="en-US" altLang="en-US"/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4720888" cy="2815119"/>
          </a:xfrm>
          <a:prstGeom prst="rect">
            <a:avLst/>
          </a:prstGeom>
        </p:spPr>
      </p:pic>
      <p:pic>
        <p:nvPicPr>
          <p:cNvPr id="6" name="Picture 5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2815118"/>
            <a:ext cx="14720888" cy="2919095"/>
          </a:xfrm>
          <a:prstGeom prst="rect">
            <a:avLst/>
          </a:prstGeom>
        </p:spPr>
      </p:pic>
      <p:pic>
        <p:nvPicPr>
          <p:cNvPr id="7" name="Picture 6"/>
          <p:cNvPicPr/>
          <p:nvPr/>
        </p:nvPicPr>
        <p:blipFill>
          <a:blip r:embed="rId4"/>
          <a:stretch>
            <a:fillRect/>
          </a:stretch>
        </p:blipFill>
        <p:spPr>
          <a:xfrm>
            <a:off x="0" y="5734213"/>
            <a:ext cx="14720888" cy="193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252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/>
              <a:t>VISUALIZATION</a:t>
            </a:r>
            <a:endParaRPr lang="en-IN" sz="2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1</a:t>
            </a:r>
            <a:r>
              <a:rPr lang="en-US" dirty="0" smtClean="0"/>
              <a:t>5/04/2026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BATCH ID : </a:t>
            </a:r>
            <a:r>
              <a:rPr lang="en-US" dirty="0"/>
              <a:t>39                                               PHASE II FINAL REVIEW 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A5908-AB13-4651-96C8-886DFB14A447}" type="slidenum">
              <a:rPr lang="en-US" altLang="en-US" smtClean="0"/>
              <a:t>13</a:t>
            </a:fld>
            <a:endParaRPr lang="en-US" altLang="en-US"/>
          </a:p>
        </p:txBody>
      </p:sp>
      <p:pic>
        <p:nvPicPr>
          <p:cNvPr id="7" name="Image 16"/>
          <p:cNvPicPr>
            <a:picLocks noGr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272088" y="1819364"/>
            <a:ext cx="10093285" cy="5764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120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IN" sz="2800" b="1" dirty="0">
                <a:solidFill>
                  <a:schemeClr val="tx1"/>
                </a:solidFill>
              </a:rPr>
              <a:t>RESULTS AND ANALYSIS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endParaRPr lang="en-IN" sz="2400" dirty="0">
              <a:solidFill>
                <a:schemeClr val="tx1"/>
              </a:solidFill>
            </a:endParaRPr>
          </a:p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endParaRPr lang="en-IN" sz="2400" dirty="0">
              <a:solidFill>
                <a:schemeClr val="tx1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15</a:t>
            </a:r>
            <a:r>
              <a:rPr lang="en-IN" dirty="0" smtClean="0"/>
              <a:t>/</a:t>
            </a:r>
            <a:r>
              <a:rPr lang="en-US" dirty="0" smtClean="0"/>
              <a:t>04/2026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BATCH ID : 39                        PHASE II THIRD REVIEW</a:t>
            </a:r>
            <a:r>
              <a:rPr lang="en-US" dirty="0">
                <a:sym typeface="+mn-ea"/>
              </a:rPr>
              <a:t>    </a:t>
            </a:r>
            <a:r>
              <a:rPr lang="en-US" dirty="0"/>
              <a:t>                      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4CABE-FB71-481A-AFC2-4FEBC2D43889}" type="slidenum">
              <a:rPr lang="en-US" altLang="en-US" smtClean="0"/>
              <a:t>14</a:t>
            </a:fld>
            <a:endParaRPr lang="en-US" altLang="en-US"/>
          </a:p>
        </p:txBody>
      </p:sp>
      <p:sp>
        <p:nvSpPr>
          <p:cNvPr id="11" name="Text Box 10"/>
          <p:cNvSpPr txBox="1"/>
          <p:nvPr/>
        </p:nvSpPr>
        <p:spPr>
          <a:xfrm>
            <a:off x="492125" y="1920875"/>
            <a:ext cx="13892530" cy="52946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800" dirty="0"/>
              <a:t>The complete Farm Direct Connect platform is functional end-to-end with all core modules working.</a:t>
            </a:r>
          </a:p>
          <a:p>
            <a:pPr marL="342900" indent="-34290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endParaRPr lang="en-US" altLang="en-US" sz="2800" dirty="0"/>
          </a:p>
          <a:p>
            <a:pPr marL="342900" indent="-34290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800" dirty="0"/>
              <a:t>Farmers can register, list products, manage inventory, and track orders from a dedicated dashboard.</a:t>
            </a:r>
          </a:p>
          <a:p>
            <a:pPr marL="342900" indent="-34290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endParaRPr lang="en-US" altLang="en-US" sz="2800" dirty="0"/>
          </a:p>
          <a:p>
            <a:pPr marL="342900" indent="-34290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800" dirty="0"/>
              <a:t>Consumers can browse products, place orders, make payments, and receive real-time status updates.</a:t>
            </a:r>
          </a:p>
          <a:p>
            <a:pPr marL="342900" indent="-34290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endParaRPr lang="en-US" altLang="en-US" sz="2800" dirty="0"/>
          </a:p>
          <a:p>
            <a:pPr marL="342900" indent="-34290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800" dirty="0"/>
              <a:t>The system eliminates middlemen — farmers earn 30–50% more income by selling directly to consumers.</a:t>
            </a:r>
          </a:p>
          <a:p>
            <a:pPr marL="342900" indent="-34290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800" dirty="0"/>
              <a:t>Tested with 100+ simulated users; average API response time under 300ms.</a:t>
            </a:r>
          </a:p>
          <a:p>
            <a:pPr marL="342900" indent="-34290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Ø"/>
            </a:pPr>
            <a:endParaRPr lang="en-US" altLang="en-US" sz="2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A64D42A-66A9-2DD3-A9D8-6A16852E1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/>
              <a:t>CONCLUSION</a:t>
            </a:r>
            <a:endParaRPr lang="en-IN" sz="2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2FD1A5D-93A5-4844-8C20-5B60914658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The Direct Farmer-to-Consumer platform has been successfully developed using </a:t>
            </a:r>
            <a:r>
              <a:rPr lang="en-US" b="1" dirty="0"/>
              <a:t>HTML, CSS, JavaScript, Node.js, and MongoDB</a:t>
            </a:r>
            <a:r>
              <a:rPr lang="en-US" dirty="0"/>
              <a:t>. The system provides an efficient digital solution to reduce the income gap caused by middlemen in agricultural marketing.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The platform successfully eliminates agricultural middlemen, enabling farmers to earn 30–50% higher income while consumers access fresh produce at 15–25% lower prices. The system promotes transparency, fair pricing, and sustainable agricultural commerce.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The project has achieved all its Phase II objectives. With planned mobile app development and AI-based pricing, the platform is well-positioned for real-world deployment and largescale adoption.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12BA993-5CDD-9A5F-56F4-4A215EF51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15</a:t>
            </a:r>
            <a:r>
              <a:rPr lang="en-US" dirty="0" smtClean="0"/>
              <a:t>/04/2026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208BE26-4B54-56A8-4814-BCBB5B728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BATCH ID : 39                                        PHASE II THIRD REVIEW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51E3497-5CBB-EDE8-4F40-594F61660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A5908-AB13-4651-96C8-886DFB14A447}" type="slidenum">
              <a:rPr lang="en-US" altLang="en-US" smtClean="0"/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27754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500" y="254607"/>
            <a:ext cx="13658850" cy="1390678"/>
          </a:xfrm>
        </p:spPr>
        <p:txBody>
          <a:bodyPr/>
          <a:lstStyle/>
          <a:p>
            <a:r>
              <a:rPr lang="en-US" sz="28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457200" indent="-457200">
              <a:buClr>
                <a:srgbClr val="000000"/>
              </a:buClr>
              <a:buFont typeface="+mj-lt"/>
              <a:buAutoNum type="arabicPeriod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D. S. V. Gowd, N. V. R. Reddy and K. Aravind, “Farmer To Consumer,” Conference Paper, Parul University, Mar. 2025.</a:t>
            </a:r>
          </a:p>
          <a:p>
            <a:pPr marL="457200" indent="-457200">
              <a:buClr>
                <a:srgbClr val="000000"/>
              </a:buClr>
              <a:buFont typeface="+mj-lt"/>
              <a:buAutoNum type="arabicPeriod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P. Kushwaha, S. Mansoori, M. Patil, and R. 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Baheti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 “Transforming Agriculture: Enhancing Farmer-to-Consumer Connectivity Through Smart E-Commerce Platforms” Int. J. Sci. Res. Eng. Manag., vol. 9, no. 4, pp. 1–2, Apr. 2025.</a:t>
            </a:r>
          </a:p>
          <a:p>
            <a:pPr marL="457200" indent="-457200">
              <a:buClr>
                <a:srgbClr val="000000"/>
              </a:buClr>
              <a:buFont typeface="+mj-lt"/>
              <a:buAutoNum type="arabicPeriod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A. S., A. S. V., M. M., and A. Jeyamurugan, “Web Based Application for Direct Market Access for Farmers,” Int. J. Creates. Thoughts, vol. 13, no. 4, pp. 192–197, Apr. 2025.</a:t>
            </a:r>
          </a:p>
          <a:p>
            <a:pPr marL="457200" indent="-457200">
              <a:buClr>
                <a:srgbClr val="000000"/>
              </a:buClr>
              <a:buFont typeface="+mj-lt"/>
              <a:buAutoNum type="arabicPeriod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N. Anusha, P. S. Keerthi, M. R. Reddy, A. Ramesh, and M. R. 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Ignatious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, “Farm to Home: An E-commerce Application for Farmers and Consumers,” in Advances in Computational Intelligence and its Applications, May 2024. DOI: 10.1201/9781003488682-5.</a:t>
            </a:r>
          </a:p>
          <a:p>
            <a:pPr marL="457200" indent="-457200">
              <a:buClr>
                <a:srgbClr val="000000"/>
              </a:buClr>
              <a:buFont typeface="+mj-lt"/>
              <a:buAutoNum type="arabicPeriod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S. 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Uplaonkar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 and S. Biradar, “Middleman Growth in Agricultural Field and Its Impact on Farmers,” Int. J. </a:t>
            </a:r>
            <a:r>
              <a:rPr lang="en-US" sz="2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Creat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. Res. Thoughts, vol. 8, no. 3, pp. 3314–3317, Mar. 2020.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15</a:t>
            </a:r>
            <a:r>
              <a:rPr lang="en-US" dirty="0" smtClean="0"/>
              <a:t>/04/2026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BATCH ID : 39                                      PHASE II THIRD REVIEW</a:t>
            </a:r>
            <a:r>
              <a:rPr lang="en-US" dirty="0">
                <a:sym typeface="+mn-ea"/>
              </a:rPr>
              <a:t>     </a:t>
            </a:r>
            <a:r>
              <a:rPr lang="en-US" dirty="0"/>
              <a:t>                                  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A5908-AB13-4651-96C8-886DFB14A447}" type="slidenum">
              <a:rPr lang="en-US" altLang="en-US" smtClean="0"/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63314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6469" y="7839076"/>
            <a:ext cx="5284338" cy="441324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15</a:t>
            </a:r>
            <a:r>
              <a:rPr lang="en-IN" dirty="0" smtClean="0"/>
              <a:t>/</a:t>
            </a:r>
            <a:r>
              <a:rPr lang="en-US" dirty="0" smtClean="0"/>
              <a:t>04/2026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451349" y="7799388"/>
            <a:ext cx="7030901" cy="441325"/>
          </a:xfrm>
        </p:spPr>
        <p:txBody>
          <a:bodyPr/>
          <a:lstStyle/>
          <a:p>
            <a:pPr>
              <a:defRPr/>
            </a:pPr>
            <a:r>
              <a:rPr lang="en-US" dirty="0"/>
              <a:t>BATCH ID : 39                              PHASE II THIRD REVIEW</a:t>
            </a:r>
            <a:r>
              <a:rPr lang="en-US" dirty="0">
                <a:sym typeface="+mn-ea"/>
              </a:rPr>
              <a:t>    </a:t>
            </a:r>
            <a:r>
              <a:rPr lang="en-US" dirty="0"/>
              <a:t>                       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A5908-AB13-4651-96C8-886DFB14A447}" type="slidenum">
              <a:rPr lang="en-US" altLang="en-US" smtClean="0">
                <a:solidFill>
                  <a:schemeClr val="bg1">
                    <a:lumMod val="75000"/>
                  </a:schemeClr>
                </a:solidFill>
              </a:rPr>
              <a:t>17</a:t>
            </a:fld>
            <a:endParaRPr lang="en-US" altLang="en-US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679984" y="753203"/>
            <a:ext cx="736092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en-US" altLang="en-US" sz="8000" b="1" dirty="0">
                <a:solidFill>
                  <a:schemeClr val="tx1"/>
                </a:solidFill>
              </a:rPr>
              <a:t> </a:t>
            </a:r>
          </a:p>
          <a:p>
            <a:pPr marL="641350" lvl="4" indent="0" eaLnBrk="1" hangingPunct="1">
              <a:buFont typeface="Calibri" panose="020F0502020204030204" pitchFamily="34" charset="0"/>
              <a:buNone/>
            </a:pPr>
            <a:r>
              <a:rPr lang="en-US" altLang="en-US" sz="8000" b="1" dirty="0">
                <a:solidFill>
                  <a:schemeClr val="tx1"/>
                </a:solidFill>
              </a:rPr>
              <a:t>                </a:t>
            </a:r>
            <a:r>
              <a:rPr lang="en-US" altLang="en-US" sz="8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THANK YOU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Custom 2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C45AC1"/>
      </a:accent1>
      <a:accent2>
        <a:srgbClr val="803677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Custom 2">
      <a:majorFont>
        <a:latin typeface="Times New Roman"/>
        <a:ea typeface=""/>
        <a:cs typeface="Times New Roman"/>
      </a:majorFont>
      <a:minorFont>
        <a:latin typeface="Times New Roman"/>
        <a:ea typeface=""/>
        <a:cs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559</TotalTime>
  <Words>842</Words>
  <Application>Microsoft Office PowerPoint</Application>
  <PresentationFormat>Custom</PresentationFormat>
  <Paragraphs>124</Paragraphs>
  <Slides>17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Retrospect</vt:lpstr>
      <vt:lpstr>PowerPoint Presentation</vt:lpstr>
      <vt:lpstr>CONTENT OUTLINE</vt:lpstr>
      <vt:lpstr>PROGRESS OVERVIEW</vt:lpstr>
      <vt:lpstr>CHALLENGES AND SOLUTIONS                                                                                                                           </vt:lpstr>
      <vt:lpstr>CHALLENGES AND SOLUTIONS</vt:lpstr>
      <vt:lpstr>UPDATED METHODOLOGY  USE-CASE DIADRAM</vt:lpstr>
      <vt:lpstr>DATA FLOW DIAGRAM</vt:lpstr>
      <vt:lpstr>SYSTEM ARCHITECTURE</vt:lpstr>
      <vt:lpstr>PowerPoint Presentation</vt:lpstr>
      <vt:lpstr>PowerPoint Presentation</vt:lpstr>
      <vt:lpstr>PowerPoint Presentation</vt:lpstr>
      <vt:lpstr>PowerPoint Presentation</vt:lpstr>
      <vt:lpstr>VISUALIZATION</vt:lpstr>
      <vt:lpstr>RESULTS AND ANALYSIS</vt:lpstr>
      <vt:lpstr>CONCLUSION</vt:lpstr>
      <vt:lpstr>REFERENCES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meena</dc:creator>
  <cp:lastModifiedBy>ADMIN</cp:lastModifiedBy>
  <cp:revision>234</cp:revision>
  <dcterms:created xsi:type="dcterms:W3CDTF">2025-10-28T08:34:00Z</dcterms:created>
  <dcterms:modified xsi:type="dcterms:W3CDTF">2026-04-14T06:44:35Z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DDECA99B81F04F6489559962C89CDEC8_13</vt:lpwstr>
  </property>
  <property fmtid="{D5CDD505-2E9C-101B-9397-08002B2CF9AE}" pid="3" name="KSOProductBuildVer">
    <vt:lpwstr>1033-12.2.0.23131</vt:lpwstr>
  </property>
</Properties>
</file>